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90639B-AAAD-4F66-BF8F-D3CDD526DB40}" v="280" dt="2026-02-18T18:29:47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šan Brozman" userId="8ff6f0f7c8daa242" providerId="LiveId" clId="{6BA6992C-F62E-46DF-90A2-1BD46E9E45BB}"/>
    <pc:docChg chg="undo redo custSel modSld">
      <pc:chgData name="Dušan Brozman" userId="8ff6f0f7c8daa242" providerId="LiveId" clId="{6BA6992C-F62E-46DF-90A2-1BD46E9E45BB}" dt="2026-02-18T18:29:47.457" v="421" actId="18131"/>
      <pc:docMkLst>
        <pc:docMk/>
      </pc:docMkLst>
      <pc:sldChg chg="addSp delSp modSp mod modTransition setBg modAnim">
        <pc:chgData name="Dušan Brozman" userId="8ff6f0f7c8daa242" providerId="LiveId" clId="{6BA6992C-F62E-46DF-90A2-1BD46E9E45BB}" dt="2026-02-18T18:27:31.685" v="408" actId="114"/>
        <pc:sldMkLst>
          <pc:docMk/>
          <pc:sldMk cId="2474610908" sldId="256"/>
        </pc:sldMkLst>
        <pc:spChg chg="del">
          <ac:chgData name="Dušan Brozman" userId="8ff6f0f7c8daa242" providerId="LiveId" clId="{6BA6992C-F62E-46DF-90A2-1BD46E9E45BB}" dt="2026-02-18T18:10:00.063" v="279" actId="21"/>
          <ac:spMkLst>
            <pc:docMk/>
            <pc:sldMk cId="2474610908" sldId="256"/>
            <ac:spMk id="2" creationId="{E94AA1D7-6E96-545F-D97F-D1124A1F5642}"/>
          </ac:spMkLst>
        </pc:spChg>
        <pc:spChg chg="mod">
          <ac:chgData name="Dušan Brozman" userId="8ff6f0f7c8daa242" providerId="LiveId" clId="{6BA6992C-F62E-46DF-90A2-1BD46E9E45BB}" dt="2026-02-18T18:27:31.685" v="408" actId="114"/>
          <ac:spMkLst>
            <pc:docMk/>
            <pc:sldMk cId="2474610908" sldId="256"/>
            <ac:spMk id="3" creationId="{6FD180F8-FCA1-2DB3-21BD-22A1E648524C}"/>
          </ac:spMkLst>
        </pc:spChg>
        <pc:spChg chg="add mod">
          <ac:chgData name="Dušan Brozman" userId="8ff6f0f7c8daa242" providerId="LiveId" clId="{6BA6992C-F62E-46DF-90A2-1BD46E9E45BB}" dt="2026-02-18T18:24:56.922" v="405" actId="1076"/>
          <ac:spMkLst>
            <pc:docMk/>
            <pc:sldMk cId="2474610908" sldId="256"/>
            <ac:spMk id="4" creationId="{194A83C9-8254-9F77-9B4F-8B954E20C365}"/>
          </ac:spMkLst>
        </pc:spChg>
        <pc:spChg chg="add del mod">
          <ac:chgData name="Dušan Brozman" userId="8ff6f0f7c8daa242" providerId="LiveId" clId="{6BA6992C-F62E-46DF-90A2-1BD46E9E45BB}" dt="2026-02-18T18:12:22.979" v="320" actId="21"/>
          <ac:spMkLst>
            <pc:docMk/>
            <pc:sldMk cId="2474610908" sldId="256"/>
            <ac:spMk id="5" creationId="{4F77E296-AFEE-DF50-F36D-6AF205868025}"/>
          </ac:spMkLst>
        </pc:spChg>
        <pc:spChg chg="add mod">
          <ac:chgData name="Dušan Brozman" userId="8ff6f0f7c8daa242" providerId="LiveId" clId="{6BA6992C-F62E-46DF-90A2-1BD46E9E45BB}" dt="2026-02-18T18:24:56.922" v="405" actId="1076"/>
          <ac:spMkLst>
            <pc:docMk/>
            <pc:sldMk cId="2474610908" sldId="256"/>
            <ac:spMk id="6" creationId="{93989267-AA2E-F66F-4E35-67352289E371}"/>
          </ac:spMkLst>
        </pc:spChg>
        <pc:spChg chg="add del mod">
          <ac:chgData name="Dušan Brozman" userId="8ff6f0f7c8daa242" providerId="LiveId" clId="{6BA6992C-F62E-46DF-90A2-1BD46E9E45BB}" dt="2026-02-18T18:10:08.898" v="282" actId="21"/>
          <ac:spMkLst>
            <pc:docMk/>
            <pc:sldMk cId="2474610908" sldId="256"/>
            <ac:spMk id="8" creationId="{35114932-1F90-17AA-D8B6-C50E15A1731C}"/>
          </ac:spMkLst>
        </pc:spChg>
        <pc:spChg chg="add mod ord">
          <ac:chgData name="Dušan Brozman" userId="8ff6f0f7c8daa242" providerId="LiveId" clId="{6BA6992C-F62E-46DF-90A2-1BD46E9E45BB}" dt="2026-02-18T18:24:56.922" v="405" actId="1076"/>
          <ac:spMkLst>
            <pc:docMk/>
            <pc:sldMk cId="2474610908" sldId="256"/>
            <ac:spMk id="9" creationId="{B9563CB3-C429-4598-E387-D0277A6C51AF}"/>
          </ac:spMkLst>
        </pc:spChg>
        <pc:spChg chg="add mod">
          <ac:chgData name="Dušan Brozman" userId="8ff6f0f7c8daa242" providerId="LiveId" clId="{6BA6992C-F62E-46DF-90A2-1BD46E9E45BB}" dt="2026-02-18T18:24:56.922" v="405" actId="1076"/>
          <ac:spMkLst>
            <pc:docMk/>
            <pc:sldMk cId="2474610908" sldId="256"/>
            <ac:spMk id="10" creationId="{46B36CB2-D716-7024-D60A-A34E7085592C}"/>
          </ac:spMkLst>
        </pc:spChg>
        <pc:picChg chg="add mod">
          <ac:chgData name="Dušan Brozman" userId="8ff6f0f7c8daa242" providerId="LiveId" clId="{6BA6992C-F62E-46DF-90A2-1BD46E9E45BB}" dt="2026-02-18T18:24:56.922" v="405" actId="1076"/>
          <ac:picMkLst>
            <pc:docMk/>
            <pc:sldMk cId="2474610908" sldId="256"/>
            <ac:picMk id="11" creationId="{4292199B-20B8-FC95-6E39-065BA9F3A2CD}"/>
          </ac:picMkLst>
        </pc:picChg>
        <pc:picChg chg="add del mod">
          <ac:chgData name="Dušan Brozman" userId="8ff6f0f7c8daa242" providerId="LiveId" clId="{6BA6992C-F62E-46DF-90A2-1BD46E9E45BB}" dt="2026-02-18T18:12:31.448" v="323" actId="167"/>
          <ac:picMkLst>
            <pc:docMk/>
            <pc:sldMk cId="2474610908" sldId="256"/>
            <ac:picMk id="1026" creationId="{FA77A22C-29A0-0E82-12D5-9EB514F8D0AC}"/>
          </ac:picMkLst>
        </pc:picChg>
        <pc:picChg chg="add del mod">
          <ac:chgData name="Dušan Brozman" userId="8ff6f0f7c8daa242" providerId="LiveId" clId="{6BA6992C-F62E-46DF-90A2-1BD46E9E45BB}" dt="2026-02-18T18:21:32.159" v="386" actId="21"/>
          <ac:picMkLst>
            <pc:docMk/>
            <pc:sldMk cId="2474610908" sldId="256"/>
            <ac:picMk id="1028" creationId="{C6C98431-F0DE-4B4E-3EB3-FBFF084171EF}"/>
          </ac:picMkLst>
        </pc:picChg>
      </pc:sldChg>
      <pc:sldChg chg="addSp delSp modSp mod modTransition delAnim modAnim">
        <pc:chgData name="Dušan Brozman" userId="8ff6f0f7c8daa242" providerId="LiveId" clId="{6BA6992C-F62E-46DF-90A2-1BD46E9E45BB}" dt="2026-02-18T18:24:04.807" v="401"/>
        <pc:sldMkLst>
          <pc:docMk/>
          <pc:sldMk cId="2840246161" sldId="257"/>
        </pc:sldMkLst>
        <pc:spChg chg="del">
          <ac:chgData name="Dušan Brozman" userId="8ff6f0f7c8daa242" providerId="LiveId" clId="{6BA6992C-F62E-46DF-90A2-1BD46E9E45BB}" dt="2026-02-18T18:06:10.172" v="208" actId="21"/>
          <ac:spMkLst>
            <pc:docMk/>
            <pc:sldMk cId="2840246161" sldId="257"/>
            <ac:spMk id="2" creationId="{4A366927-157A-5F20-ABE3-2B5E7727F161}"/>
          </ac:spMkLst>
        </pc:spChg>
        <pc:spChg chg="del">
          <ac:chgData name="Dušan Brozman" userId="8ff6f0f7c8daa242" providerId="LiveId" clId="{6BA6992C-F62E-46DF-90A2-1BD46E9E45BB}" dt="2026-02-18T18:06:22.600" v="211" actId="21"/>
          <ac:spMkLst>
            <pc:docMk/>
            <pc:sldMk cId="2840246161" sldId="257"/>
            <ac:spMk id="6" creationId="{84A1CF7F-6CAC-341A-AA05-5C47DC24C31D}"/>
          </ac:spMkLst>
        </pc:spChg>
        <pc:spChg chg="del">
          <ac:chgData name="Dušan Brozman" userId="8ff6f0f7c8daa242" providerId="LiveId" clId="{6BA6992C-F62E-46DF-90A2-1BD46E9E45BB}" dt="2026-02-18T18:06:19.620" v="210" actId="21"/>
          <ac:spMkLst>
            <pc:docMk/>
            <pc:sldMk cId="2840246161" sldId="257"/>
            <ac:spMk id="7" creationId="{81C7FFB6-20C4-6B33-032B-E483D881269A}"/>
          </ac:spMkLst>
        </pc:spChg>
        <pc:spChg chg="del">
          <ac:chgData name="Dušan Brozman" userId="8ff6f0f7c8daa242" providerId="LiveId" clId="{6BA6992C-F62E-46DF-90A2-1BD46E9E45BB}" dt="2026-02-18T18:06:05.664" v="207" actId="21"/>
          <ac:spMkLst>
            <pc:docMk/>
            <pc:sldMk cId="2840246161" sldId="257"/>
            <ac:spMk id="17" creationId="{F7C4C0AA-E127-1DF3-4CBE-B4E53C79F530}"/>
          </ac:spMkLst>
        </pc:spChg>
        <pc:spChg chg="add del mod">
          <ac:chgData name="Dušan Brozman" userId="8ff6f0f7c8daa242" providerId="LiveId" clId="{6BA6992C-F62E-46DF-90A2-1BD46E9E45BB}" dt="2026-02-18T18:06:12.386" v="209" actId="21"/>
          <ac:spMkLst>
            <pc:docMk/>
            <pc:sldMk cId="2840246161" sldId="257"/>
            <ac:spMk id="24" creationId="{0604E9CB-9B81-E1C1-1D69-BB8909FB3B94}"/>
          </ac:spMkLst>
        </pc:spChg>
        <pc:spChg chg="add mod">
          <ac:chgData name="Dušan Brozman" userId="8ff6f0f7c8daa242" providerId="LiveId" clId="{6BA6992C-F62E-46DF-90A2-1BD46E9E45BB}" dt="2026-02-18T18:06:38.848" v="213"/>
          <ac:spMkLst>
            <pc:docMk/>
            <pc:sldMk cId="2840246161" sldId="257"/>
            <ac:spMk id="27" creationId="{4F09EFAB-A155-96EA-E3E4-8A90A802E737}"/>
          </ac:spMkLst>
        </pc:spChg>
        <pc:spChg chg="add mod">
          <ac:chgData name="Dušan Brozman" userId="8ff6f0f7c8daa242" providerId="LiveId" clId="{6BA6992C-F62E-46DF-90A2-1BD46E9E45BB}" dt="2026-02-18T18:06:53.777" v="214"/>
          <ac:spMkLst>
            <pc:docMk/>
            <pc:sldMk cId="2840246161" sldId="257"/>
            <ac:spMk id="30" creationId="{B4E0195C-4F82-282A-0B79-43A7B5DFB536}"/>
          </ac:spMkLst>
        </pc:spChg>
        <pc:spChg chg="add mod">
          <ac:chgData name="Dušan Brozman" userId="8ff6f0f7c8daa242" providerId="LiveId" clId="{6BA6992C-F62E-46DF-90A2-1BD46E9E45BB}" dt="2026-02-18T18:09:22.331" v="276" actId="1076"/>
          <ac:spMkLst>
            <pc:docMk/>
            <pc:sldMk cId="2840246161" sldId="257"/>
            <ac:spMk id="33" creationId="{708946DF-7549-D6C5-085A-636CA90D03B2}"/>
          </ac:spMkLst>
        </pc:spChg>
        <pc:spChg chg="add mod">
          <ac:chgData name="Dušan Brozman" userId="8ff6f0f7c8daa242" providerId="LiveId" clId="{6BA6992C-F62E-46DF-90A2-1BD46E9E45BB}" dt="2026-02-18T18:07:51.261" v="242" actId="1076"/>
          <ac:spMkLst>
            <pc:docMk/>
            <pc:sldMk cId="2840246161" sldId="257"/>
            <ac:spMk id="34" creationId="{5BB702CA-E5F3-7BE3-0A2C-5EE85E9D6C98}"/>
          </ac:spMkLst>
        </pc:spChg>
        <pc:spChg chg="add mod">
          <ac:chgData name="Dušan Brozman" userId="8ff6f0f7c8daa242" providerId="LiveId" clId="{6BA6992C-F62E-46DF-90A2-1BD46E9E45BB}" dt="2026-02-18T18:08:07.313" v="245" actId="1076"/>
          <ac:spMkLst>
            <pc:docMk/>
            <pc:sldMk cId="2840246161" sldId="257"/>
            <ac:spMk id="35" creationId="{E8CD7507-7C1A-D259-FC99-75CF5D717817}"/>
          </ac:spMkLst>
        </pc:spChg>
        <pc:spChg chg="add mod">
          <ac:chgData name="Dušan Brozman" userId="8ff6f0f7c8daa242" providerId="LiveId" clId="{6BA6992C-F62E-46DF-90A2-1BD46E9E45BB}" dt="2026-02-18T18:08:07.313" v="245" actId="1076"/>
          <ac:spMkLst>
            <pc:docMk/>
            <pc:sldMk cId="2840246161" sldId="257"/>
            <ac:spMk id="36" creationId="{8599C1FF-D405-A320-D207-C51AC903B23D}"/>
          </ac:spMkLst>
        </pc:spChg>
        <pc:spChg chg="add mod">
          <ac:chgData name="Dušan Brozman" userId="8ff6f0f7c8daa242" providerId="LiveId" clId="{6BA6992C-F62E-46DF-90A2-1BD46E9E45BB}" dt="2026-02-18T18:08:07.313" v="245" actId="1076"/>
          <ac:spMkLst>
            <pc:docMk/>
            <pc:sldMk cId="2840246161" sldId="257"/>
            <ac:spMk id="37" creationId="{2F0D96D0-AAF9-CC74-48D3-7CBA513C2692}"/>
          </ac:spMkLst>
        </pc:spChg>
        <pc:spChg chg="add mod">
          <ac:chgData name="Dušan Brozman" userId="8ff6f0f7c8daa242" providerId="LiveId" clId="{6BA6992C-F62E-46DF-90A2-1BD46E9E45BB}" dt="2026-02-18T18:08:34.694" v="266" actId="20577"/>
          <ac:spMkLst>
            <pc:docMk/>
            <pc:sldMk cId="2840246161" sldId="257"/>
            <ac:spMk id="38" creationId="{DEC9A133-1AA3-E66A-7B0B-B6F38AB42A98}"/>
          </ac:spMkLst>
        </pc:spChg>
        <pc:spChg chg="del">
          <ac:chgData name="Dušan Brozman" userId="8ff6f0f7c8daa242" providerId="LiveId" clId="{6BA6992C-F62E-46DF-90A2-1BD46E9E45BB}" dt="2026-02-18T18:06:31.142" v="212" actId="26606"/>
          <ac:spMkLst>
            <pc:docMk/>
            <pc:sldMk cId="2840246161" sldId="257"/>
            <ac:spMk id="2063" creationId="{72018E1B-E0B9-4440-AFF3-4112E50A2763}"/>
          </ac:spMkLst>
        </pc:spChg>
        <pc:picChg chg="mod">
          <ac:chgData name="Dušan Brozman" userId="8ff6f0f7c8daa242" providerId="LiveId" clId="{6BA6992C-F62E-46DF-90A2-1BD46E9E45BB}" dt="2026-02-18T18:09:06.603" v="272" actId="14100"/>
          <ac:picMkLst>
            <pc:docMk/>
            <pc:sldMk cId="2840246161" sldId="257"/>
            <ac:picMk id="5" creationId="{05A2C03E-4EDC-582A-D35F-491637A97EA2}"/>
          </ac:picMkLst>
        </pc:picChg>
        <pc:picChg chg="del">
          <ac:chgData name="Dušan Brozman" userId="8ff6f0f7c8daa242" providerId="LiveId" clId="{6BA6992C-F62E-46DF-90A2-1BD46E9E45BB}" dt="2026-02-18T18:06:05.664" v="207" actId="21"/>
          <ac:picMkLst>
            <pc:docMk/>
            <pc:sldMk cId="2840246161" sldId="257"/>
            <ac:picMk id="11" creationId="{C7AE009E-2156-0DC6-79F1-334E8B26B2E4}"/>
          </ac:picMkLst>
        </pc:picChg>
        <pc:picChg chg="del">
          <ac:chgData name="Dušan Brozman" userId="8ff6f0f7c8daa242" providerId="LiveId" clId="{6BA6992C-F62E-46DF-90A2-1BD46E9E45BB}" dt="2026-02-18T18:06:05.664" v="207" actId="21"/>
          <ac:picMkLst>
            <pc:docMk/>
            <pc:sldMk cId="2840246161" sldId="257"/>
            <ac:picMk id="12" creationId="{CDBB592C-0B90-968B-BC42-92E086A25099}"/>
          </ac:picMkLst>
        </pc:picChg>
        <pc:picChg chg="del">
          <ac:chgData name="Dušan Brozman" userId="8ff6f0f7c8daa242" providerId="LiveId" clId="{6BA6992C-F62E-46DF-90A2-1BD46E9E45BB}" dt="2026-02-18T18:06:05.664" v="207" actId="21"/>
          <ac:picMkLst>
            <pc:docMk/>
            <pc:sldMk cId="2840246161" sldId="257"/>
            <ac:picMk id="19" creationId="{809E748D-4EAE-33E8-857C-35742224E129}"/>
          </ac:picMkLst>
        </pc:picChg>
        <pc:picChg chg="del">
          <ac:chgData name="Dušan Brozman" userId="8ff6f0f7c8daa242" providerId="LiveId" clId="{6BA6992C-F62E-46DF-90A2-1BD46E9E45BB}" dt="2026-02-18T18:06:05.664" v="207" actId="21"/>
          <ac:picMkLst>
            <pc:docMk/>
            <pc:sldMk cId="2840246161" sldId="257"/>
            <ac:picMk id="20" creationId="{4C46E790-CAB4-3550-7D7F-3C81B47CC12D}"/>
          </ac:picMkLst>
        </pc:picChg>
        <pc:picChg chg="add del mod">
          <ac:chgData name="Dušan Brozman" userId="8ff6f0f7c8daa242" providerId="LiveId" clId="{6BA6992C-F62E-46DF-90A2-1BD46E9E45BB}" dt="2026-02-18T17:56:01.943" v="3" actId="21"/>
          <ac:picMkLst>
            <pc:docMk/>
            <pc:sldMk cId="2840246161" sldId="257"/>
            <ac:picMk id="21" creationId="{BB5478AF-F42D-DAC5-9E0E-7CC1528E9F65}"/>
          </ac:picMkLst>
        </pc:picChg>
        <pc:picChg chg="add del mod">
          <ac:chgData name="Dušan Brozman" userId="8ff6f0f7c8daa242" providerId="LiveId" clId="{6BA6992C-F62E-46DF-90A2-1BD46E9E45BB}" dt="2026-02-18T18:06:01.928" v="206" actId="21"/>
          <ac:picMkLst>
            <pc:docMk/>
            <pc:sldMk cId="2840246161" sldId="257"/>
            <ac:picMk id="22" creationId="{0647AEC0-F7AE-95D5-8923-B15F098548D8}"/>
          </ac:picMkLst>
        </pc:picChg>
        <pc:picChg chg="add mod">
          <ac:chgData name="Dušan Brozman" userId="8ff6f0f7c8daa242" providerId="LiveId" clId="{6BA6992C-F62E-46DF-90A2-1BD46E9E45BB}" dt="2026-02-18T18:06:38.848" v="213"/>
          <ac:picMkLst>
            <pc:docMk/>
            <pc:sldMk cId="2840246161" sldId="257"/>
            <ac:picMk id="25" creationId="{27EDD843-C6A4-4B82-243A-2838FACB9A84}"/>
          </ac:picMkLst>
        </pc:picChg>
        <pc:picChg chg="add mod">
          <ac:chgData name="Dušan Brozman" userId="8ff6f0f7c8daa242" providerId="LiveId" clId="{6BA6992C-F62E-46DF-90A2-1BD46E9E45BB}" dt="2026-02-18T18:06:38.848" v="213"/>
          <ac:picMkLst>
            <pc:docMk/>
            <pc:sldMk cId="2840246161" sldId="257"/>
            <ac:picMk id="26" creationId="{D37B11D7-748B-82E8-07A7-D2923AE2EB36}"/>
          </ac:picMkLst>
        </pc:picChg>
        <pc:picChg chg="add mod">
          <ac:chgData name="Dušan Brozman" userId="8ff6f0f7c8daa242" providerId="LiveId" clId="{6BA6992C-F62E-46DF-90A2-1BD46E9E45BB}" dt="2026-02-18T18:06:53.777" v="214"/>
          <ac:picMkLst>
            <pc:docMk/>
            <pc:sldMk cId="2840246161" sldId="257"/>
            <ac:picMk id="28" creationId="{6334E839-FDBA-CB65-BEEA-B06262F8F438}"/>
          </ac:picMkLst>
        </pc:picChg>
        <pc:picChg chg="add mod">
          <ac:chgData name="Dušan Brozman" userId="8ff6f0f7c8daa242" providerId="LiveId" clId="{6BA6992C-F62E-46DF-90A2-1BD46E9E45BB}" dt="2026-02-18T18:06:53.777" v="214"/>
          <ac:picMkLst>
            <pc:docMk/>
            <pc:sldMk cId="2840246161" sldId="257"/>
            <ac:picMk id="29" creationId="{43914387-7167-8125-F7C4-F98172A2598C}"/>
          </ac:picMkLst>
        </pc:picChg>
        <pc:picChg chg="add mod">
          <ac:chgData name="Dušan Brozman" userId="8ff6f0f7c8daa242" providerId="LiveId" clId="{6BA6992C-F62E-46DF-90A2-1BD46E9E45BB}" dt="2026-02-18T18:06:53.777" v="214"/>
          <ac:picMkLst>
            <pc:docMk/>
            <pc:sldMk cId="2840246161" sldId="257"/>
            <ac:picMk id="31" creationId="{B35E010F-BC4D-0BD5-66A6-70818D832DFB}"/>
          </ac:picMkLst>
        </pc:picChg>
        <pc:picChg chg="add mod">
          <ac:chgData name="Dušan Brozman" userId="8ff6f0f7c8daa242" providerId="LiveId" clId="{6BA6992C-F62E-46DF-90A2-1BD46E9E45BB}" dt="2026-02-18T18:06:53.777" v="214"/>
          <ac:picMkLst>
            <pc:docMk/>
            <pc:sldMk cId="2840246161" sldId="257"/>
            <ac:picMk id="32" creationId="{979A9D2F-F93A-008E-7332-F25304FEDE2A}"/>
          </ac:picMkLst>
        </pc:picChg>
        <pc:picChg chg="add del mod">
          <ac:chgData name="Dušan Brozman" userId="8ff6f0f7c8daa242" providerId="LiveId" clId="{6BA6992C-F62E-46DF-90A2-1BD46E9E45BB}" dt="2026-02-18T18:17:02.887" v="371" actId="21"/>
          <ac:picMkLst>
            <pc:docMk/>
            <pc:sldMk cId="2840246161" sldId="257"/>
            <ac:picMk id="39" creationId="{0AA0F659-8BDB-EF31-794E-70A6A9BAC178}"/>
          </ac:picMkLst>
        </pc:picChg>
        <pc:picChg chg="add del mod">
          <ac:chgData name="Dušan Brozman" userId="8ff6f0f7c8daa242" providerId="LiveId" clId="{6BA6992C-F62E-46DF-90A2-1BD46E9E45BB}" dt="2026-02-18T18:16:55.277" v="368" actId="21"/>
          <ac:picMkLst>
            <pc:docMk/>
            <pc:sldMk cId="2840246161" sldId="257"/>
            <ac:picMk id="40" creationId="{FECAFA6E-99B4-84B2-35B0-39551C023794}"/>
          </ac:picMkLst>
        </pc:picChg>
        <pc:picChg chg="add del mod">
          <ac:chgData name="Dušan Brozman" userId="8ff6f0f7c8daa242" providerId="LiveId" clId="{6BA6992C-F62E-46DF-90A2-1BD46E9E45BB}" dt="2026-02-18T18:21:07.946" v="377" actId="21"/>
          <ac:picMkLst>
            <pc:docMk/>
            <pc:sldMk cId="2840246161" sldId="257"/>
            <ac:picMk id="42" creationId="{CBE23846-E4F1-0DC6-BE63-8EFAF052D79A}"/>
          </ac:picMkLst>
        </pc:picChg>
        <pc:picChg chg="add mod">
          <ac:chgData name="Dušan Brozman" userId="8ff6f0f7c8daa242" providerId="LiveId" clId="{6BA6992C-F62E-46DF-90A2-1BD46E9E45BB}" dt="2026-02-18T18:21:27.769" v="384" actId="1076"/>
          <ac:picMkLst>
            <pc:docMk/>
            <pc:sldMk cId="2840246161" sldId="257"/>
            <ac:picMk id="44" creationId="{7D32E057-37B0-4D34-B64F-8B01EEA5A8FB}"/>
          </ac:picMkLst>
        </pc:picChg>
        <pc:picChg chg="mod">
          <ac:chgData name="Dušan Brozman" userId="8ff6f0f7c8daa242" providerId="LiveId" clId="{6BA6992C-F62E-46DF-90A2-1BD46E9E45BB}" dt="2026-02-18T18:08:55.621" v="269" actId="14100"/>
          <ac:picMkLst>
            <pc:docMk/>
            <pc:sldMk cId="2840246161" sldId="257"/>
            <ac:picMk id="2054" creationId="{3A4B1DD1-7DE6-B74F-5140-C09709EAFA60}"/>
          </ac:picMkLst>
        </pc:picChg>
        <pc:picChg chg="mod ord">
          <ac:chgData name="Dušan Brozman" userId="8ff6f0f7c8daa242" providerId="LiveId" clId="{6BA6992C-F62E-46DF-90A2-1BD46E9E45BB}" dt="2026-02-18T18:09:00.176" v="270" actId="14100"/>
          <ac:picMkLst>
            <pc:docMk/>
            <pc:sldMk cId="2840246161" sldId="257"/>
            <ac:picMk id="2056" creationId="{74AF1630-DD37-FE9B-AA76-11FFAC97727F}"/>
          </ac:picMkLst>
        </pc:picChg>
        <pc:picChg chg="mod ord">
          <ac:chgData name="Dušan Brozman" userId="8ff6f0f7c8daa242" providerId="LiveId" clId="{6BA6992C-F62E-46DF-90A2-1BD46E9E45BB}" dt="2026-02-18T18:09:14.610" v="275" actId="14100"/>
          <ac:picMkLst>
            <pc:docMk/>
            <pc:sldMk cId="2840246161" sldId="257"/>
            <ac:picMk id="2058" creationId="{6ED68A3E-E953-DA1C-7A10-A6DDACD78BAE}"/>
          </ac:picMkLst>
        </pc:picChg>
        <pc:picChg chg="del">
          <ac:chgData name="Dušan Brozman" userId="8ff6f0f7c8daa242" providerId="LiveId" clId="{6BA6992C-F62E-46DF-90A2-1BD46E9E45BB}" dt="2026-02-18T18:06:05.664" v="207" actId="21"/>
          <ac:picMkLst>
            <pc:docMk/>
            <pc:sldMk cId="2840246161" sldId="257"/>
            <ac:picMk id="2064" creationId="{19D47A4E-CF32-FDD4-5837-EE4B52B4CD8B}"/>
          </ac:picMkLst>
        </pc:picChg>
        <pc:picChg chg="add del mod">
          <ac:chgData name="Dušan Brozman" userId="8ff6f0f7c8daa242" providerId="LiveId" clId="{6BA6992C-F62E-46DF-90A2-1BD46E9E45BB}" dt="2026-02-18T18:06:01.333" v="205" actId="21"/>
          <ac:picMkLst>
            <pc:docMk/>
            <pc:sldMk cId="2840246161" sldId="257"/>
            <ac:picMk id="2066" creationId="{16F0E743-9710-75E0-6812-2D030831CABC}"/>
          </ac:picMkLst>
        </pc:picChg>
      </pc:sldChg>
      <pc:sldChg chg="addSp delSp modSp mod modTransition delAnim modAnim">
        <pc:chgData name="Dušan Brozman" userId="8ff6f0f7c8daa242" providerId="LiveId" clId="{6BA6992C-F62E-46DF-90A2-1BD46E9E45BB}" dt="2026-02-18T18:24:08.500" v="402"/>
        <pc:sldMkLst>
          <pc:docMk/>
          <pc:sldMk cId="2289904057" sldId="258"/>
        </pc:sldMkLst>
        <pc:spChg chg="del">
          <ac:chgData name="Dušan Brozman" userId="8ff6f0f7c8daa242" providerId="LiveId" clId="{6BA6992C-F62E-46DF-90A2-1BD46E9E45BB}" dt="2026-02-18T18:01:01.771" v="162" actId="21"/>
          <ac:spMkLst>
            <pc:docMk/>
            <pc:sldMk cId="2289904057" sldId="258"/>
            <ac:spMk id="13" creationId="{AA5FFE04-81BC-DAE6-6F6A-44ACB588D3A1}"/>
          </ac:spMkLst>
        </pc:spChg>
        <pc:spChg chg="del">
          <ac:chgData name="Dušan Brozman" userId="8ff6f0f7c8daa242" providerId="LiveId" clId="{6BA6992C-F62E-46DF-90A2-1BD46E9E45BB}" dt="2026-02-18T18:01:12.892" v="163" actId="21"/>
          <ac:spMkLst>
            <pc:docMk/>
            <pc:sldMk cId="2289904057" sldId="258"/>
            <ac:spMk id="16" creationId="{F9E7E3C8-FDCB-772A-F50A-63B7F4B59E1F}"/>
          </ac:spMkLst>
        </pc:spChg>
        <pc:spChg chg="del">
          <ac:chgData name="Dušan Brozman" userId="8ff6f0f7c8daa242" providerId="LiveId" clId="{6BA6992C-F62E-46DF-90A2-1BD46E9E45BB}" dt="2026-02-18T18:00:39.607" v="159" actId="21"/>
          <ac:spMkLst>
            <pc:docMk/>
            <pc:sldMk cId="2289904057" sldId="258"/>
            <ac:spMk id="19" creationId="{C18A1FAD-A822-7126-1EA7-F52EF8DE99DE}"/>
          </ac:spMkLst>
        </pc:spChg>
        <pc:spChg chg="add mod">
          <ac:chgData name="Dušan Brozman" userId="8ff6f0f7c8daa242" providerId="LiveId" clId="{6BA6992C-F62E-46DF-90A2-1BD46E9E45BB}" dt="2026-02-18T18:02:01.982" v="166"/>
          <ac:spMkLst>
            <pc:docMk/>
            <pc:sldMk cId="2289904057" sldId="258"/>
            <ac:spMk id="27" creationId="{8BFBF056-3F28-C43D-E111-D580A2BAAA94}"/>
          </ac:spMkLst>
        </pc:spChg>
        <pc:spChg chg="add mod">
          <ac:chgData name="Dušan Brozman" userId="8ff6f0f7c8daa242" providerId="LiveId" clId="{6BA6992C-F62E-46DF-90A2-1BD46E9E45BB}" dt="2026-02-18T18:05:54.252" v="204" actId="1076"/>
          <ac:spMkLst>
            <pc:docMk/>
            <pc:sldMk cId="2289904057" sldId="258"/>
            <ac:spMk id="30" creationId="{85591CCC-C43A-5BAF-28DF-65C32C985A59}"/>
          </ac:spMkLst>
        </pc:spChg>
        <pc:spChg chg="add mod">
          <ac:chgData name="Dušan Brozman" userId="8ff6f0f7c8daa242" providerId="LiveId" clId="{6BA6992C-F62E-46DF-90A2-1BD46E9E45BB}" dt="2026-02-18T18:05:54.252" v="204" actId="1076"/>
          <ac:spMkLst>
            <pc:docMk/>
            <pc:sldMk cId="2289904057" sldId="258"/>
            <ac:spMk id="31" creationId="{9C0C7239-708F-1411-206A-465AC747E439}"/>
          </ac:spMkLst>
        </pc:spChg>
        <pc:spChg chg="add mod">
          <ac:chgData name="Dušan Brozman" userId="8ff6f0f7c8daa242" providerId="LiveId" clId="{6BA6992C-F62E-46DF-90A2-1BD46E9E45BB}" dt="2026-02-18T18:05:54.252" v="204" actId="1076"/>
          <ac:spMkLst>
            <pc:docMk/>
            <pc:sldMk cId="2289904057" sldId="258"/>
            <ac:spMk id="32" creationId="{07095D27-F754-C768-F898-0C1A35CD7917}"/>
          </ac:spMkLst>
        </pc:spChg>
        <pc:spChg chg="add mod">
          <ac:chgData name="Dušan Brozman" userId="8ff6f0f7c8daa242" providerId="LiveId" clId="{6BA6992C-F62E-46DF-90A2-1BD46E9E45BB}" dt="2026-02-18T18:05:54.252" v="204" actId="1076"/>
          <ac:spMkLst>
            <pc:docMk/>
            <pc:sldMk cId="2289904057" sldId="258"/>
            <ac:spMk id="33" creationId="{888C34A4-02CF-BFDD-21C3-F6CB6E2E2089}"/>
          </ac:spMkLst>
        </pc:spChg>
        <pc:spChg chg="del">
          <ac:chgData name="Dušan Brozman" userId="8ff6f0f7c8daa242" providerId="LiveId" clId="{6BA6992C-F62E-46DF-90A2-1BD46E9E45BB}" dt="2026-02-18T18:01:18.446" v="164" actId="26606"/>
          <ac:spMkLst>
            <pc:docMk/>
            <pc:sldMk cId="2289904057" sldId="258"/>
            <ac:spMk id="3088" creationId="{7C98A213-5994-475E-B327-DC6EC27FBA8B}"/>
          </ac:spMkLst>
        </pc:spChg>
        <pc:spChg chg="del">
          <ac:chgData name="Dušan Brozman" userId="8ff6f0f7c8daa242" providerId="LiveId" clId="{6BA6992C-F62E-46DF-90A2-1BD46E9E45BB}" dt="2026-02-18T18:01:18.446" v="164" actId="26606"/>
          <ac:spMkLst>
            <pc:docMk/>
            <pc:sldMk cId="2289904057" sldId="258"/>
            <ac:spMk id="3090" creationId="{4B030A0D-0DAD-4A99-89BB-419527D6A64B}"/>
          </ac:spMkLst>
        </pc:spChg>
        <pc:spChg chg="add">
          <ac:chgData name="Dušan Brozman" userId="8ff6f0f7c8daa242" providerId="LiveId" clId="{6BA6992C-F62E-46DF-90A2-1BD46E9E45BB}" dt="2026-02-18T18:01:18.446" v="164" actId="26606"/>
          <ac:spMkLst>
            <pc:docMk/>
            <pc:sldMk cId="2289904057" sldId="258"/>
            <ac:spMk id="3095" creationId="{262ABC4B-37D8-4218-BDD8-6DF6A00C0C80}"/>
          </ac:spMkLst>
        </pc:spChg>
        <pc:picChg chg="mod ord modCrop">
          <ac:chgData name="Dušan Brozman" userId="8ff6f0f7c8daa242" providerId="LiveId" clId="{6BA6992C-F62E-46DF-90A2-1BD46E9E45BB}" dt="2026-02-18T18:04:50.101" v="198" actId="14100"/>
          <ac:picMkLst>
            <pc:docMk/>
            <pc:sldMk cId="2289904057" sldId="258"/>
            <ac:picMk id="12" creationId="{47CAFEB9-5F73-271F-FF7F-C3A9F386D4E9}"/>
          </ac:picMkLst>
        </pc:picChg>
        <pc:picChg chg="del">
          <ac:chgData name="Dušan Brozman" userId="8ff6f0f7c8daa242" providerId="LiveId" clId="{6BA6992C-F62E-46DF-90A2-1BD46E9E45BB}" dt="2026-02-18T18:00:39.607" v="159" actId="21"/>
          <ac:picMkLst>
            <pc:docMk/>
            <pc:sldMk cId="2289904057" sldId="258"/>
            <ac:picMk id="17" creationId="{46668FE2-101D-81CD-1F96-804336F924C6}"/>
          </ac:picMkLst>
        </pc:picChg>
        <pc:picChg chg="del">
          <ac:chgData name="Dušan Brozman" userId="8ff6f0f7c8daa242" providerId="LiveId" clId="{6BA6992C-F62E-46DF-90A2-1BD46E9E45BB}" dt="2026-02-18T18:00:39.607" v="159" actId="21"/>
          <ac:picMkLst>
            <pc:docMk/>
            <pc:sldMk cId="2289904057" sldId="258"/>
            <ac:picMk id="18" creationId="{02DAE7A1-F445-988C-4DB5-7FE66854B3A0}"/>
          </ac:picMkLst>
        </pc:picChg>
        <pc:picChg chg="del">
          <ac:chgData name="Dušan Brozman" userId="8ff6f0f7c8daa242" providerId="LiveId" clId="{6BA6992C-F62E-46DF-90A2-1BD46E9E45BB}" dt="2026-02-18T18:00:39.607" v="159" actId="21"/>
          <ac:picMkLst>
            <pc:docMk/>
            <pc:sldMk cId="2289904057" sldId="258"/>
            <ac:picMk id="20" creationId="{9FA5DCF0-CA37-C630-1226-F6D034753385}"/>
          </ac:picMkLst>
        </pc:picChg>
        <pc:picChg chg="del">
          <ac:chgData name="Dušan Brozman" userId="8ff6f0f7c8daa242" providerId="LiveId" clId="{6BA6992C-F62E-46DF-90A2-1BD46E9E45BB}" dt="2026-02-18T18:00:39.607" v="159" actId="21"/>
          <ac:picMkLst>
            <pc:docMk/>
            <pc:sldMk cId="2289904057" sldId="258"/>
            <ac:picMk id="21" creationId="{11825A9D-4BAD-55ED-C0A2-2E5247F9D7D1}"/>
          </ac:picMkLst>
        </pc:picChg>
        <pc:picChg chg="del">
          <ac:chgData name="Dušan Brozman" userId="8ff6f0f7c8daa242" providerId="LiveId" clId="{6BA6992C-F62E-46DF-90A2-1BD46E9E45BB}" dt="2026-02-18T18:00:39.607" v="159" actId="21"/>
          <ac:picMkLst>
            <pc:docMk/>
            <pc:sldMk cId="2289904057" sldId="258"/>
            <ac:picMk id="22" creationId="{15AD9543-BBAF-6EC0-82FC-BC8E23ECA010}"/>
          </ac:picMkLst>
        </pc:picChg>
        <pc:picChg chg="add del mod">
          <ac:chgData name="Dušan Brozman" userId="8ff6f0f7c8daa242" providerId="LiveId" clId="{6BA6992C-F62E-46DF-90A2-1BD46E9E45BB}" dt="2026-02-18T18:00:40.988" v="160" actId="21"/>
          <ac:picMkLst>
            <pc:docMk/>
            <pc:sldMk cId="2289904057" sldId="258"/>
            <ac:picMk id="23" creationId="{FDAC5111-2D9C-8D2F-4282-F6E5BB68175E}"/>
          </ac:picMkLst>
        </pc:picChg>
        <pc:picChg chg="add del mod">
          <ac:chgData name="Dušan Brozman" userId="8ff6f0f7c8daa242" providerId="LiveId" clId="{6BA6992C-F62E-46DF-90A2-1BD46E9E45BB}" dt="2026-02-18T18:00:42.039" v="161" actId="21"/>
          <ac:picMkLst>
            <pc:docMk/>
            <pc:sldMk cId="2289904057" sldId="258"/>
            <ac:picMk id="24" creationId="{617DF42A-D07A-4CCA-0BA9-0EE9AC889E09}"/>
          </ac:picMkLst>
        </pc:picChg>
        <pc:picChg chg="add mod">
          <ac:chgData name="Dušan Brozman" userId="8ff6f0f7c8daa242" providerId="LiveId" clId="{6BA6992C-F62E-46DF-90A2-1BD46E9E45BB}" dt="2026-02-18T18:02:01.982" v="166"/>
          <ac:picMkLst>
            <pc:docMk/>
            <pc:sldMk cId="2289904057" sldId="258"/>
            <ac:picMk id="25" creationId="{755A7553-8D24-5137-6126-4D231FD966DE}"/>
          </ac:picMkLst>
        </pc:picChg>
        <pc:picChg chg="add mod">
          <ac:chgData name="Dušan Brozman" userId="8ff6f0f7c8daa242" providerId="LiveId" clId="{6BA6992C-F62E-46DF-90A2-1BD46E9E45BB}" dt="2026-02-18T18:02:01.982" v="166"/>
          <ac:picMkLst>
            <pc:docMk/>
            <pc:sldMk cId="2289904057" sldId="258"/>
            <ac:picMk id="26" creationId="{26A1551C-7627-1EE7-AD77-6432585CFE0C}"/>
          </ac:picMkLst>
        </pc:picChg>
        <pc:picChg chg="add mod">
          <ac:chgData name="Dušan Brozman" userId="8ff6f0f7c8daa242" providerId="LiveId" clId="{6BA6992C-F62E-46DF-90A2-1BD46E9E45BB}" dt="2026-02-18T18:02:01.982" v="166"/>
          <ac:picMkLst>
            <pc:docMk/>
            <pc:sldMk cId="2289904057" sldId="258"/>
            <ac:picMk id="28" creationId="{6CD9A26C-67D8-B759-DBA1-3222A9CFD953}"/>
          </ac:picMkLst>
        </pc:picChg>
        <pc:picChg chg="add mod">
          <ac:chgData name="Dušan Brozman" userId="8ff6f0f7c8daa242" providerId="LiveId" clId="{6BA6992C-F62E-46DF-90A2-1BD46E9E45BB}" dt="2026-02-18T18:02:01.982" v="166"/>
          <ac:picMkLst>
            <pc:docMk/>
            <pc:sldMk cId="2289904057" sldId="258"/>
            <ac:picMk id="29" creationId="{4B165F55-DA75-4DDB-0C32-1FAAD8CB930B}"/>
          </ac:picMkLst>
        </pc:picChg>
        <pc:picChg chg="add del mod">
          <ac:chgData name="Dušan Brozman" userId="8ff6f0f7c8daa242" providerId="LiveId" clId="{6BA6992C-F62E-46DF-90A2-1BD46E9E45BB}" dt="2026-02-18T18:21:51.620" v="391" actId="21"/>
          <ac:picMkLst>
            <pc:docMk/>
            <pc:sldMk cId="2289904057" sldId="258"/>
            <ac:picMk id="34" creationId="{1F4FBD28-8B53-FC56-ECBB-2EBCF416E975}"/>
          </ac:picMkLst>
        </pc:picChg>
        <pc:picChg chg="add mod">
          <ac:chgData name="Dušan Brozman" userId="8ff6f0f7c8daa242" providerId="LiveId" clId="{6BA6992C-F62E-46DF-90A2-1BD46E9E45BB}" dt="2026-02-18T18:22:01.067" v="392" actId="1076"/>
          <ac:picMkLst>
            <pc:docMk/>
            <pc:sldMk cId="2289904057" sldId="258"/>
            <ac:picMk id="35" creationId="{E4621441-76CF-97DD-07DD-3381BD444BD5}"/>
          </ac:picMkLst>
        </pc:picChg>
        <pc:picChg chg="mod">
          <ac:chgData name="Dušan Brozman" userId="8ff6f0f7c8daa242" providerId="LiveId" clId="{6BA6992C-F62E-46DF-90A2-1BD46E9E45BB}" dt="2026-02-18T18:05:45.736" v="203" actId="14100"/>
          <ac:picMkLst>
            <pc:docMk/>
            <pc:sldMk cId="2289904057" sldId="258"/>
            <ac:picMk id="3074" creationId="{E358D185-3CC6-0CA5-D4BB-54D540737C37}"/>
          </ac:picMkLst>
        </pc:picChg>
        <pc:picChg chg="mod">
          <ac:chgData name="Dušan Brozman" userId="8ff6f0f7c8daa242" providerId="LiveId" clId="{6BA6992C-F62E-46DF-90A2-1BD46E9E45BB}" dt="2026-02-18T18:05:42.109" v="202" actId="14100"/>
          <ac:picMkLst>
            <pc:docMk/>
            <pc:sldMk cId="2289904057" sldId="258"/>
            <ac:picMk id="3076" creationId="{0217035D-1EEC-4574-2A3A-AC09DDBB63EF}"/>
          </ac:picMkLst>
        </pc:picChg>
      </pc:sldChg>
      <pc:sldChg chg="addSp delSp modSp mod modTransition modAnim">
        <pc:chgData name="Dušan Brozman" userId="8ff6f0f7c8daa242" providerId="LiveId" clId="{6BA6992C-F62E-46DF-90A2-1BD46E9E45BB}" dt="2026-02-18T18:24:12.489" v="403"/>
        <pc:sldMkLst>
          <pc:docMk/>
          <pc:sldMk cId="998119946" sldId="259"/>
        </pc:sldMkLst>
        <pc:spChg chg="add mod">
          <ac:chgData name="Dušan Brozman" userId="8ff6f0f7c8daa242" providerId="LiveId" clId="{6BA6992C-F62E-46DF-90A2-1BD46E9E45BB}" dt="2026-02-18T17:58:17.984" v="138" actId="14100"/>
          <ac:spMkLst>
            <pc:docMk/>
            <pc:sldMk cId="998119946" sldId="259"/>
            <ac:spMk id="10" creationId="{9E0C9A15-CAF9-9229-FBD3-A7CB7CBB2879}"/>
          </ac:spMkLst>
        </pc:spChg>
        <pc:spChg chg="add del">
          <ac:chgData name="Dušan Brozman" userId="8ff6f0f7c8daa242" providerId="LiveId" clId="{6BA6992C-F62E-46DF-90A2-1BD46E9E45BB}" dt="2026-02-18T17:58:24.926" v="140" actId="21"/>
          <ac:spMkLst>
            <pc:docMk/>
            <pc:sldMk cId="998119946" sldId="259"/>
            <ac:spMk id="11" creationId="{51E8A16B-95F7-5BAF-4CA8-89C2E82BB1E6}"/>
          </ac:spMkLst>
        </pc:spChg>
        <pc:spChg chg="add mod ord">
          <ac:chgData name="Dušan Brozman" userId="8ff6f0f7c8daa242" providerId="LiveId" clId="{6BA6992C-F62E-46DF-90A2-1BD46E9E45BB}" dt="2026-02-18T17:58:58.520" v="147" actId="14100"/>
          <ac:spMkLst>
            <pc:docMk/>
            <pc:sldMk cId="998119946" sldId="259"/>
            <ac:spMk id="12" creationId="{AD48D2AE-26CA-7D17-6DFB-86AC8B0250FA}"/>
          </ac:spMkLst>
        </pc:spChg>
        <pc:spChg chg="add mod ord">
          <ac:chgData name="Dušan Brozman" userId="8ff6f0f7c8daa242" providerId="LiveId" clId="{6BA6992C-F62E-46DF-90A2-1BD46E9E45BB}" dt="2026-02-18T17:59:37.363" v="153" actId="171"/>
          <ac:spMkLst>
            <pc:docMk/>
            <pc:sldMk cId="998119946" sldId="259"/>
            <ac:spMk id="13" creationId="{4ACC41A4-25CD-C7F1-1374-D99DA0DD0199}"/>
          </ac:spMkLst>
        </pc:spChg>
        <pc:spChg chg="add mod ord">
          <ac:chgData name="Dušan Brozman" userId="8ff6f0f7c8daa242" providerId="LiveId" clId="{6BA6992C-F62E-46DF-90A2-1BD46E9E45BB}" dt="2026-02-18T17:59:45.996" v="156" actId="171"/>
          <ac:spMkLst>
            <pc:docMk/>
            <pc:sldMk cId="998119946" sldId="259"/>
            <ac:spMk id="14" creationId="{9040EB43-E44C-2A90-BE1E-70D2C61DFD4A}"/>
          </ac:spMkLst>
        </pc:spChg>
        <pc:picChg chg="mod">
          <ac:chgData name="Dušan Brozman" userId="8ff6f0f7c8daa242" providerId="LiveId" clId="{6BA6992C-F62E-46DF-90A2-1BD46E9E45BB}" dt="2026-02-18T18:08:25.700" v="246" actId="18131"/>
          <ac:picMkLst>
            <pc:docMk/>
            <pc:sldMk cId="998119946" sldId="259"/>
            <ac:picMk id="4102" creationId="{44421793-A900-83F4-AF7D-F8B88A3DFB3E}"/>
          </ac:picMkLst>
        </pc:picChg>
      </pc:sldChg>
      <pc:sldChg chg="addSp modSp modTransition modAnim">
        <pc:chgData name="Dušan Brozman" userId="8ff6f0f7c8daa242" providerId="LiveId" clId="{6BA6992C-F62E-46DF-90A2-1BD46E9E45BB}" dt="2026-02-18T18:29:47.457" v="421" actId="18131"/>
        <pc:sldMkLst>
          <pc:docMk/>
          <pc:sldMk cId="3379036936" sldId="260"/>
        </pc:sldMkLst>
        <pc:spChg chg="add mod">
          <ac:chgData name="Dušan Brozman" userId="8ff6f0f7c8daa242" providerId="LiveId" clId="{6BA6992C-F62E-46DF-90A2-1BD46E9E45BB}" dt="2026-02-18T18:00:11.526" v="157"/>
          <ac:spMkLst>
            <pc:docMk/>
            <pc:sldMk cId="3379036936" sldId="260"/>
            <ac:spMk id="9" creationId="{41864EE4-8D2D-4872-2609-6EFFDC8884C9}"/>
          </ac:spMkLst>
        </pc:spChg>
        <pc:spChg chg="add mod">
          <ac:chgData name="Dušan Brozman" userId="8ff6f0f7c8daa242" providerId="LiveId" clId="{6BA6992C-F62E-46DF-90A2-1BD46E9E45BB}" dt="2026-02-18T18:00:11.526" v="157"/>
          <ac:spMkLst>
            <pc:docMk/>
            <pc:sldMk cId="3379036936" sldId="260"/>
            <ac:spMk id="10" creationId="{3F8C5F1E-21EB-25BA-6087-62B88D5B97E5}"/>
          </ac:spMkLst>
        </pc:spChg>
        <pc:spChg chg="add mod">
          <ac:chgData name="Dušan Brozman" userId="8ff6f0f7c8daa242" providerId="LiveId" clId="{6BA6992C-F62E-46DF-90A2-1BD46E9E45BB}" dt="2026-02-18T18:00:11.526" v="157"/>
          <ac:spMkLst>
            <pc:docMk/>
            <pc:sldMk cId="3379036936" sldId="260"/>
            <ac:spMk id="11" creationId="{282BC99F-DDD1-2AB1-3A95-0D1B0A2B209D}"/>
          </ac:spMkLst>
        </pc:spChg>
        <pc:spChg chg="add mod">
          <ac:chgData name="Dušan Brozman" userId="8ff6f0f7c8daa242" providerId="LiveId" clId="{6BA6992C-F62E-46DF-90A2-1BD46E9E45BB}" dt="2026-02-18T18:00:20.106" v="158"/>
          <ac:spMkLst>
            <pc:docMk/>
            <pc:sldMk cId="3379036936" sldId="260"/>
            <ac:spMk id="12" creationId="{03D92EB7-0040-360F-40BB-BFC6B04BC124}"/>
          </ac:spMkLst>
        </pc:spChg>
        <pc:picChg chg="mod">
          <ac:chgData name="Dušan Brozman" userId="8ff6f0f7c8daa242" providerId="LiveId" clId="{6BA6992C-F62E-46DF-90A2-1BD46E9E45BB}" dt="2026-02-18T18:29:47.457" v="421" actId="18131"/>
          <ac:picMkLst>
            <pc:docMk/>
            <pc:sldMk cId="3379036936" sldId="260"/>
            <ac:picMk id="5124" creationId="{C4DC79B3-3851-CD71-60B9-4F82B37771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0EA63-F7C4-4C09-AFEF-23D1D479DD79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E9DE8-81F4-4C97-993E-E0127640D78D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68654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E9DE8-81F4-4C97-993E-E0127640D78D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31617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E9DE8-81F4-4C97-993E-E0127640D78D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1028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CACB3D-7B7E-4C5B-A9B7-33D5740B5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4289E25-6735-B708-CA9B-73FCA1DA8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6E49E29-F5BF-C809-05F4-86603A79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C3844F6-BAFB-1149-5465-3178CE41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E952CB2-9E6A-05D8-E721-1AEA980C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4147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DF02D4-2F01-243B-BD81-FFC6658B6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6DD976F-4C55-B5E9-E8B2-63D88DADC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28A2C44-1BB8-01D0-016A-CC6F19E0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F4E72F09-E03D-4FED-80C1-728BDE2B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221B760-D8CF-4EC5-80B6-B66814E3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7546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660AA0-7D83-5303-A769-D41259A1B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28DAB00-119B-479A-A1DD-FA6CFC988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3C3DE55-A9D8-4C32-4335-BBCC1139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BC1CD154-EA3E-AF82-8178-AAB18C45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788E0E5-B69B-65F5-01CF-238E5A44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8261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878DAA-49C7-2856-B1E4-DD1297C3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3C3DF65-9365-F0D3-A576-30C0B68E8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80053629-6738-3AD1-D750-AA1A85E20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DE49620-8D40-24C1-783D-1562B39E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4FD0387-33CE-F1B4-CB87-C4821BD8A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53987FEB-E8E4-F1E6-90F2-BB14D1E0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22250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3F5495-3042-E4FF-2AB7-1578FE7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EB0FC79-3B0C-521A-C57B-87EEB234F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E18CF99-4A4C-5990-A745-68F4F8652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E216B8-FB8D-D836-A2D4-C22F9E9E6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40829683-35A4-41EA-B5D6-C65E438BC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DC9C677F-F63A-58D6-BA1C-BC5E3CD6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2DBE80D0-3812-711B-11F8-BEC04FEE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948FE885-23B4-A415-39CD-6C99F276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7009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DD40A4-5B4F-88F1-2717-3133D73D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9187D642-64BC-6F49-9944-D42C6DC3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9DD92D74-0C7F-2864-0DF6-F0D52A7A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572AAE95-332E-9E0B-4740-22C520DB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58986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B06B5C2E-A3C2-2D00-D1BC-19CDA586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83C25A90-AA26-A8E3-AFC7-B3CDC867E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2E5F7F59-4AFA-5D92-39A4-39615E37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0683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6D4223-FC9D-7A2C-CDC5-B8B5F515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ED17BFA-71D6-AA43-59C4-DB614D610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ECA5ACC-9425-3123-653A-25BFAEF7F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494EDD97-690F-3562-B26F-8AE12B4D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09EA634F-D801-BCC6-32E9-32EBC1CF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45D727A-E01D-CD53-5A2C-CD06433D9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5202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E98AB-2BAE-C45E-E464-51D9E8370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69EB0D7C-3190-F118-917C-3706D41A1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B332CFF-A8BB-7169-7E6D-98B703DED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1E4FE772-A2BC-CE48-10A6-EB7BA625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3E89F1DD-16D2-C43B-2EC9-6C80F27EA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9080832F-3FDD-E656-838A-439897A1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590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2E33D8-682F-E1B4-A434-D9EAEBAFE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89BD2BBE-01E4-44D3-4A12-E7208C217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674C10A-C0CD-6889-B0D3-6B5789B6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6E90B36-D757-C914-F553-DDA7131D0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CBA4DCB4-7F6C-0B5D-315B-5372950BB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3436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70291930-7B30-3B4F-1F70-B71FEF2C3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D8D6C214-FA02-E126-E031-6E70AC12C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11315E06-7651-1572-19B7-E9722E57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BF6D914-6078-80D3-641D-F63C99713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AD433DE-9FC3-F730-64D8-9C20A7B7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4855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EA8B2AF3-8E2C-1C04-9A74-F385284F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B02EE79-AD6F-BB89-4F84-8B697A73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B5EBD6DF-E203-EF71-780E-7A144183C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67228-4380-4625-812B-2BC338209F17}" type="datetimeFigureOut">
              <a:rPr lang="sk-SK" smtClean="0"/>
              <a:t>18. 2. 2026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C372C673-20C2-323E-9F85-8FBB4527AF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378BDD9-8E77-DD66-864A-CD18AD2F7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172470-1869-4A5B-B39B-D2A8E5B5E40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42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8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890+ Canadian Flag At Sunset Stock Photos, Pictures &amp; Royalty-Free Images -  iStock">
            <a:extLst>
              <a:ext uri="{FF2B5EF4-FFF2-40B4-BE49-F238E27FC236}">
                <a16:creationId xmlns:a16="http://schemas.microsoft.com/office/drawing/2014/main" id="{FA77A22C-29A0-0E82-12D5-9EB514F8D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3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odnadpis 2">
            <a:extLst>
              <a:ext uri="{FF2B5EF4-FFF2-40B4-BE49-F238E27FC236}">
                <a16:creationId xmlns:a16="http://schemas.microsoft.com/office/drawing/2014/main" id="{6FD180F8-FCA1-2DB3-21BD-22A1E6485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1076" y="4148859"/>
            <a:ext cx="5434446" cy="1805670"/>
          </a:xfrm>
        </p:spPr>
        <p:txBody>
          <a:bodyPr>
            <a:normAutofit/>
          </a:bodyPr>
          <a:lstStyle/>
          <a:p>
            <a:pPr algn="r"/>
            <a:r>
              <a:rPr lang="en-US" sz="1800"/>
              <a:t>Rei A. Brozman</a:t>
            </a:r>
            <a:endParaRPr lang="sk-SK" sz="1800"/>
          </a:p>
        </p:txBody>
      </p:sp>
      <p:sp>
        <p:nvSpPr>
          <p:cNvPr id="4" name="Obdĺžnik 3">
            <a:extLst>
              <a:ext uri="{FF2B5EF4-FFF2-40B4-BE49-F238E27FC236}">
                <a16:creationId xmlns:a16="http://schemas.microsoft.com/office/drawing/2014/main" id="{194A83C9-8254-9F77-9B4F-8B954E20C365}"/>
              </a:ext>
            </a:extLst>
          </p:cNvPr>
          <p:cNvSpPr/>
          <p:nvPr/>
        </p:nvSpPr>
        <p:spPr>
          <a:xfrm>
            <a:off x="4168486" y="2985077"/>
            <a:ext cx="3855027" cy="1091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6" name="Ovál 5">
            <a:extLst>
              <a:ext uri="{FF2B5EF4-FFF2-40B4-BE49-F238E27FC236}">
                <a16:creationId xmlns:a16="http://schemas.microsoft.com/office/drawing/2014/main" id="{93989267-AA2E-F66F-4E35-67352289E371}"/>
              </a:ext>
            </a:extLst>
          </p:cNvPr>
          <p:cNvSpPr/>
          <p:nvPr/>
        </p:nvSpPr>
        <p:spPr>
          <a:xfrm>
            <a:off x="7465907" y="2985077"/>
            <a:ext cx="1115212" cy="10910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0" name="Ovál 9">
            <a:extLst>
              <a:ext uri="{FF2B5EF4-FFF2-40B4-BE49-F238E27FC236}">
                <a16:creationId xmlns:a16="http://schemas.microsoft.com/office/drawing/2014/main" id="{46B36CB2-D716-7024-D60A-A34E7085592C}"/>
              </a:ext>
            </a:extLst>
          </p:cNvPr>
          <p:cNvSpPr/>
          <p:nvPr/>
        </p:nvSpPr>
        <p:spPr>
          <a:xfrm>
            <a:off x="3610880" y="2985077"/>
            <a:ext cx="1115212" cy="109104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9" name="Nadpis 1">
            <a:extLst>
              <a:ext uri="{FF2B5EF4-FFF2-40B4-BE49-F238E27FC236}">
                <a16:creationId xmlns:a16="http://schemas.microsoft.com/office/drawing/2014/main" id="{B9563CB3-C429-4598-E387-D0277A6C51AF}"/>
              </a:ext>
            </a:extLst>
          </p:cNvPr>
          <p:cNvSpPr txBox="1">
            <a:spLocks/>
          </p:cNvSpPr>
          <p:nvPr/>
        </p:nvSpPr>
        <p:spPr>
          <a:xfrm>
            <a:off x="-1" y="2608865"/>
            <a:ext cx="10567555" cy="19712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>
                <a:solidFill>
                  <a:srgbClr val="FF0000"/>
                </a:solidFill>
              </a:rPr>
              <a:t>         CANADA</a:t>
            </a:r>
          </a:p>
        </p:txBody>
      </p:sp>
      <p:pic>
        <p:nvPicPr>
          <p:cNvPr id="11" name="Obrázok 10" descr="Obrázok, na ktorom je grafika, srdce, karmínová, kreslený obrázok&#10;&#10;Obsah vygenerovaný pomocou AI môže byť nesprávny.">
            <a:extLst>
              <a:ext uri="{FF2B5EF4-FFF2-40B4-BE49-F238E27FC236}">
                <a16:creationId xmlns:a16="http://schemas.microsoft.com/office/drawing/2014/main" id="{4292199B-20B8-FC95-6E39-065BA9F3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01" y="1288280"/>
            <a:ext cx="3072580" cy="1696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109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Ottawa - Canadian North">
            <a:extLst>
              <a:ext uri="{FF2B5EF4-FFF2-40B4-BE49-F238E27FC236}">
                <a16:creationId xmlns:a16="http://schemas.microsoft.com/office/drawing/2014/main" id="{3A4B1DD1-7DE6-B74F-5140-C09709EA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1" r="-2" b="15222"/>
          <a:stretch>
            <a:fillRect/>
          </a:stretch>
        </p:blipFill>
        <p:spPr bwMode="auto">
          <a:xfrm>
            <a:off x="4493436" y="560286"/>
            <a:ext cx="7539237" cy="2786662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6451640" y="0"/>
                </a:lnTo>
                <a:lnTo>
                  <a:pt x="6451640" y="479"/>
                </a:lnTo>
                <a:lnTo>
                  <a:pt x="7698564" y="479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anadian Dollar (CAD) - Overview, Hisotry, Frontier Series">
            <a:extLst>
              <a:ext uri="{FF2B5EF4-FFF2-40B4-BE49-F238E27FC236}">
                <a16:creationId xmlns:a16="http://schemas.microsoft.com/office/drawing/2014/main" id="{74AF1630-DD37-FE9B-AA76-11FFAC977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3" r="-3" b="9493"/>
          <a:stretch>
            <a:fillRect/>
          </a:stretch>
        </p:blipFill>
        <p:spPr bwMode="auto">
          <a:xfrm>
            <a:off x="159327" y="539590"/>
            <a:ext cx="5700470" cy="2807115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fficial Languages - Canada's History">
            <a:extLst>
              <a:ext uri="{FF2B5EF4-FFF2-40B4-BE49-F238E27FC236}">
                <a16:creationId xmlns:a16="http://schemas.microsoft.com/office/drawing/2014/main" id="{6ED68A3E-E953-DA1C-7A10-A6DDACD78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73" r="2" b="581"/>
          <a:stretch>
            <a:fillRect/>
          </a:stretch>
        </p:blipFill>
        <p:spPr bwMode="auto">
          <a:xfrm>
            <a:off x="6350090" y="3511295"/>
            <a:ext cx="5682584" cy="3208160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ok 4" descr="Obrázok, na ktorom je západ slnka, voda, exteriér, nebo&#10;&#10;Obsah vygenerovaný pomocou AI môže byť nesprávny.">
            <a:extLst>
              <a:ext uri="{FF2B5EF4-FFF2-40B4-BE49-F238E27FC236}">
                <a16:creationId xmlns:a16="http://schemas.microsoft.com/office/drawing/2014/main" id="{05A2C03E-4EDC-582A-D35F-491637A97EA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024" r="-2" b="-2"/>
          <a:stretch>
            <a:fillRect/>
          </a:stretch>
        </p:blipFill>
        <p:spPr>
          <a:xfrm>
            <a:off x="159326" y="3511296"/>
            <a:ext cx="7539238" cy="3208160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0" y="0"/>
                </a:moveTo>
                <a:lnTo>
                  <a:pt x="7698564" y="0"/>
                </a:lnTo>
                <a:lnTo>
                  <a:pt x="6148601" y="3346705"/>
                </a:lnTo>
                <a:lnTo>
                  <a:pt x="6143024" y="3346705"/>
                </a:lnTo>
                <a:lnTo>
                  <a:pt x="5076796" y="3346705"/>
                </a:lnTo>
                <a:lnTo>
                  <a:pt x="1246924" y="3346705"/>
                </a:lnTo>
                <a:lnTo>
                  <a:pt x="1246924" y="3346226"/>
                </a:lnTo>
                <a:lnTo>
                  <a:pt x="0" y="3346226"/>
                </a:lnTo>
                <a:close/>
              </a:path>
            </a:pathLst>
          </a:custGeom>
        </p:spPr>
      </p:pic>
      <p:pic>
        <p:nvPicPr>
          <p:cNvPr id="28" name="Obrázok 27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6334E839-FDBA-CB65-BEEA-B06262F8F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0"/>
            <a:ext cx="301337" cy="395697"/>
          </a:xfrm>
          <a:prstGeom prst="rect">
            <a:avLst/>
          </a:prstGeom>
        </p:spPr>
      </p:pic>
      <p:pic>
        <p:nvPicPr>
          <p:cNvPr id="29" name="Obrázok 28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43914387-7167-8125-F7C4-F98172A259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4758"/>
          <a:stretch>
            <a:fillRect/>
          </a:stretch>
        </p:blipFill>
        <p:spPr>
          <a:xfrm>
            <a:off x="301335" y="-1"/>
            <a:ext cx="11887615" cy="395697"/>
          </a:xfrm>
          <a:prstGeom prst="rect">
            <a:avLst/>
          </a:prstGeom>
        </p:spPr>
      </p:pic>
      <p:sp>
        <p:nvSpPr>
          <p:cNvPr id="30" name="BlokTextu 29">
            <a:extLst>
              <a:ext uri="{FF2B5EF4-FFF2-40B4-BE49-F238E27FC236}">
                <a16:creationId xmlns:a16="http://schemas.microsoft.com/office/drawing/2014/main" id="{B4E0195C-4F82-282A-0B79-43A7B5DFB536}"/>
              </a:ext>
            </a:extLst>
          </p:cNvPr>
          <p:cNvSpPr txBox="1"/>
          <p:nvPr/>
        </p:nvSpPr>
        <p:spPr>
          <a:xfrm>
            <a:off x="301336" y="36689"/>
            <a:ext cx="9019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CANADA</a:t>
            </a:r>
            <a:endParaRPr lang="sk-SK" sz="1600" b="1">
              <a:solidFill>
                <a:srgbClr val="FF0000"/>
              </a:solidFill>
            </a:endParaRPr>
          </a:p>
        </p:txBody>
      </p:sp>
      <p:pic>
        <p:nvPicPr>
          <p:cNvPr id="31" name="Picture 16" descr="Fade PNG Transparent Images">
            <a:extLst>
              <a:ext uri="{FF2B5EF4-FFF2-40B4-BE49-F238E27FC236}">
                <a16:creationId xmlns:a16="http://schemas.microsoft.com/office/drawing/2014/main" id="{B35E010F-BC4D-0BD5-66A6-70818D832D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9" y="-6069073"/>
            <a:ext cx="431634" cy="1252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6" descr="Fade PNG Transparent Images">
            <a:extLst>
              <a:ext uri="{FF2B5EF4-FFF2-40B4-BE49-F238E27FC236}">
                <a16:creationId xmlns:a16="http://schemas.microsoft.com/office/drawing/2014/main" id="{979A9D2F-F93A-008E-7332-F25304FEDE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7" y="-6069075"/>
            <a:ext cx="431634" cy="1252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BlokTextu 32">
            <a:extLst>
              <a:ext uri="{FF2B5EF4-FFF2-40B4-BE49-F238E27FC236}">
                <a16:creationId xmlns:a16="http://schemas.microsoft.com/office/drawing/2014/main" id="{708946DF-7549-D6C5-085A-636CA90D03B2}"/>
              </a:ext>
            </a:extLst>
          </p:cNvPr>
          <p:cNvSpPr txBox="1"/>
          <p:nvPr/>
        </p:nvSpPr>
        <p:spPr>
          <a:xfrm>
            <a:off x="10947928" y="573345"/>
            <a:ext cx="2576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Ottawa</a:t>
            </a:r>
            <a:endParaRPr lang="sk-SK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BlokTextu 33">
            <a:extLst>
              <a:ext uri="{FF2B5EF4-FFF2-40B4-BE49-F238E27FC236}">
                <a16:creationId xmlns:a16="http://schemas.microsoft.com/office/drawing/2014/main" id="{5BB702CA-E5F3-7BE3-0A2C-5EE85E9D6C98}"/>
              </a:ext>
            </a:extLst>
          </p:cNvPr>
          <p:cNvSpPr txBox="1"/>
          <p:nvPr/>
        </p:nvSpPr>
        <p:spPr>
          <a:xfrm>
            <a:off x="5061615" y="6319345"/>
            <a:ext cx="2576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Toronto</a:t>
            </a:r>
            <a:endParaRPr lang="sk-SK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Obdĺžnik 34">
            <a:extLst>
              <a:ext uri="{FF2B5EF4-FFF2-40B4-BE49-F238E27FC236}">
                <a16:creationId xmlns:a16="http://schemas.microsoft.com/office/drawing/2014/main" id="{E8CD7507-7C1A-D259-FC99-75CF5D717817}"/>
              </a:ext>
            </a:extLst>
          </p:cNvPr>
          <p:cNvSpPr/>
          <p:nvPr/>
        </p:nvSpPr>
        <p:spPr>
          <a:xfrm>
            <a:off x="2672195" y="3166371"/>
            <a:ext cx="6847609" cy="757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6" name="Ovál 35">
            <a:extLst>
              <a:ext uri="{FF2B5EF4-FFF2-40B4-BE49-F238E27FC236}">
                <a16:creationId xmlns:a16="http://schemas.microsoft.com/office/drawing/2014/main" id="{8599C1FF-D405-A320-D207-C51AC903B23D}"/>
              </a:ext>
            </a:extLst>
          </p:cNvPr>
          <p:cNvSpPr/>
          <p:nvPr/>
        </p:nvSpPr>
        <p:spPr>
          <a:xfrm>
            <a:off x="2246321" y="3168670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7" name="Ovál 36">
            <a:extLst>
              <a:ext uri="{FF2B5EF4-FFF2-40B4-BE49-F238E27FC236}">
                <a16:creationId xmlns:a16="http://schemas.microsoft.com/office/drawing/2014/main" id="{2F0D96D0-AAF9-CC74-48D3-7CBA513C2692}"/>
              </a:ext>
            </a:extLst>
          </p:cNvPr>
          <p:cNvSpPr/>
          <p:nvPr/>
        </p:nvSpPr>
        <p:spPr>
          <a:xfrm>
            <a:off x="9147436" y="3166371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8" name="Nadpis 1">
            <a:extLst>
              <a:ext uri="{FF2B5EF4-FFF2-40B4-BE49-F238E27FC236}">
                <a16:creationId xmlns:a16="http://schemas.microsoft.com/office/drawing/2014/main" id="{DEC9A133-1AA3-E66A-7B0B-B6F38AB42A98}"/>
              </a:ext>
            </a:extLst>
          </p:cNvPr>
          <p:cNvSpPr txBox="1">
            <a:spLocks/>
          </p:cNvSpPr>
          <p:nvPr/>
        </p:nvSpPr>
        <p:spPr>
          <a:xfrm>
            <a:off x="838200" y="2667407"/>
            <a:ext cx="10515600" cy="1840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>
                <a:solidFill>
                  <a:srgbClr val="FF0000"/>
                </a:solidFill>
              </a:rPr>
              <a:t>BASIC INFORMATION</a:t>
            </a:r>
          </a:p>
        </p:txBody>
      </p:sp>
      <p:pic>
        <p:nvPicPr>
          <p:cNvPr id="44" name="Obrázok 43" descr="Obrázok, na ktorom je grafika, srdce, karmínová, kreslený obrázok&#10;&#10;Obsah vygenerovaný pomocou AI môže byť nesprávny.">
            <a:extLst>
              <a:ext uri="{FF2B5EF4-FFF2-40B4-BE49-F238E27FC236}">
                <a16:creationId xmlns:a16="http://schemas.microsoft.com/office/drawing/2014/main" id="{7D32E057-37B0-4D34-B64F-8B01EEA5A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59164" y="2035771"/>
            <a:ext cx="2047304" cy="11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24616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5" name="Rectangle 3094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6" name="Picture 4" descr="Provinces and territories of Canada - Wikipedia">
            <a:extLst>
              <a:ext uri="{FF2B5EF4-FFF2-40B4-BE49-F238E27FC236}">
                <a16:creationId xmlns:a16="http://schemas.microsoft.com/office/drawing/2014/main" id="{0217035D-1EEC-4574-2A3A-AC09DDBB6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28015" b="10513"/>
          <a:stretch>
            <a:fillRect/>
          </a:stretch>
        </p:blipFill>
        <p:spPr bwMode="auto">
          <a:xfrm>
            <a:off x="301335" y="643961"/>
            <a:ext cx="6338456" cy="278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Natural Wonders of Canada">
            <a:extLst>
              <a:ext uri="{FF2B5EF4-FFF2-40B4-BE49-F238E27FC236}">
                <a16:creationId xmlns:a16="http://schemas.microsoft.com/office/drawing/2014/main" id="{E358D185-3CC6-0CA5-D4BB-54D54073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672"/>
          <a:stretch>
            <a:fillRect/>
          </a:stretch>
        </p:blipFill>
        <p:spPr bwMode="auto">
          <a:xfrm>
            <a:off x="301335" y="3663962"/>
            <a:ext cx="6338456" cy="295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Obrázok 11" descr="Obrázok, na ktorom je mapa, text&#10;&#10;Obsah vygenerovaný pomocou AI môže byť nesprávny.">
            <a:extLst>
              <a:ext uri="{FF2B5EF4-FFF2-40B4-BE49-F238E27FC236}">
                <a16:creationId xmlns:a16="http://schemas.microsoft.com/office/drawing/2014/main" id="{47CAFEB9-5F73-271F-FF7F-C3A9F386D4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21" t="2" r="9206"/>
          <a:stretch>
            <a:fillRect/>
          </a:stretch>
        </p:blipFill>
        <p:spPr>
          <a:xfrm>
            <a:off x="6812907" y="643962"/>
            <a:ext cx="5036968" cy="5979074"/>
          </a:xfrm>
          <a:prstGeom prst="rect">
            <a:avLst/>
          </a:prstGeom>
        </p:spPr>
      </p:pic>
      <p:pic>
        <p:nvPicPr>
          <p:cNvPr id="25" name="Obrázok 24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755A7553-8D24-5137-6126-4D231FD96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0"/>
            <a:ext cx="301337" cy="395697"/>
          </a:xfrm>
          <a:prstGeom prst="rect">
            <a:avLst/>
          </a:prstGeom>
        </p:spPr>
      </p:pic>
      <p:pic>
        <p:nvPicPr>
          <p:cNvPr id="26" name="Obrázok 25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26A1551C-7627-1EE7-AD77-6432585CFE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758"/>
          <a:stretch>
            <a:fillRect/>
          </a:stretch>
        </p:blipFill>
        <p:spPr>
          <a:xfrm>
            <a:off x="301335" y="-1"/>
            <a:ext cx="11887615" cy="395697"/>
          </a:xfrm>
          <a:prstGeom prst="rect">
            <a:avLst/>
          </a:prstGeom>
        </p:spPr>
      </p:pic>
      <p:sp>
        <p:nvSpPr>
          <p:cNvPr id="27" name="BlokTextu 26">
            <a:extLst>
              <a:ext uri="{FF2B5EF4-FFF2-40B4-BE49-F238E27FC236}">
                <a16:creationId xmlns:a16="http://schemas.microsoft.com/office/drawing/2014/main" id="{8BFBF056-3F28-C43D-E111-D580A2BAAA94}"/>
              </a:ext>
            </a:extLst>
          </p:cNvPr>
          <p:cNvSpPr txBox="1"/>
          <p:nvPr/>
        </p:nvSpPr>
        <p:spPr>
          <a:xfrm>
            <a:off x="301336" y="36689"/>
            <a:ext cx="9019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CANADA</a:t>
            </a:r>
            <a:endParaRPr lang="sk-SK" sz="1600" b="1">
              <a:solidFill>
                <a:srgbClr val="FF0000"/>
              </a:solidFill>
            </a:endParaRPr>
          </a:p>
        </p:txBody>
      </p:sp>
      <p:pic>
        <p:nvPicPr>
          <p:cNvPr id="28" name="Picture 16" descr="Fade PNG Transparent Images">
            <a:extLst>
              <a:ext uri="{FF2B5EF4-FFF2-40B4-BE49-F238E27FC236}">
                <a16:creationId xmlns:a16="http://schemas.microsoft.com/office/drawing/2014/main" id="{6CD9A26C-67D8-B759-DBA1-3222A9CFD9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9" y="-6069073"/>
            <a:ext cx="431634" cy="1252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Fade PNG Transparent Images">
            <a:extLst>
              <a:ext uri="{FF2B5EF4-FFF2-40B4-BE49-F238E27FC236}">
                <a16:creationId xmlns:a16="http://schemas.microsoft.com/office/drawing/2014/main" id="{4B165F55-DA75-4DDB-0C32-1FAAD8CB93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7" y="-6069075"/>
            <a:ext cx="431634" cy="1252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Obdĺžnik 29">
            <a:extLst>
              <a:ext uri="{FF2B5EF4-FFF2-40B4-BE49-F238E27FC236}">
                <a16:creationId xmlns:a16="http://schemas.microsoft.com/office/drawing/2014/main" id="{85591CCC-C43A-5BAF-28DF-65C32C985A59}"/>
              </a:ext>
            </a:extLst>
          </p:cNvPr>
          <p:cNvSpPr/>
          <p:nvPr/>
        </p:nvSpPr>
        <p:spPr>
          <a:xfrm>
            <a:off x="4085359" y="3251904"/>
            <a:ext cx="4021282" cy="757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1" name="Ovál 30">
            <a:extLst>
              <a:ext uri="{FF2B5EF4-FFF2-40B4-BE49-F238E27FC236}">
                <a16:creationId xmlns:a16="http://schemas.microsoft.com/office/drawing/2014/main" id="{9C0C7239-708F-1411-206A-465AC747E439}"/>
              </a:ext>
            </a:extLst>
          </p:cNvPr>
          <p:cNvSpPr/>
          <p:nvPr/>
        </p:nvSpPr>
        <p:spPr>
          <a:xfrm>
            <a:off x="3707140" y="3251904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2" name="Ovál 31">
            <a:extLst>
              <a:ext uri="{FF2B5EF4-FFF2-40B4-BE49-F238E27FC236}">
                <a16:creationId xmlns:a16="http://schemas.microsoft.com/office/drawing/2014/main" id="{07095D27-F754-C768-F898-0C1A35CD7917}"/>
              </a:ext>
            </a:extLst>
          </p:cNvPr>
          <p:cNvSpPr/>
          <p:nvPr/>
        </p:nvSpPr>
        <p:spPr>
          <a:xfrm>
            <a:off x="7670454" y="3251904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33" name="Nadpis 1">
            <a:extLst>
              <a:ext uri="{FF2B5EF4-FFF2-40B4-BE49-F238E27FC236}">
                <a16:creationId xmlns:a16="http://schemas.microsoft.com/office/drawing/2014/main" id="{888C34A4-02CF-BFDD-21C3-F6CB6E2E2089}"/>
              </a:ext>
            </a:extLst>
          </p:cNvPr>
          <p:cNvSpPr txBox="1">
            <a:spLocks/>
          </p:cNvSpPr>
          <p:nvPr/>
        </p:nvSpPr>
        <p:spPr>
          <a:xfrm>
            <a:off x="829229" y="2753421"/>
            <a:ext cx="10515600" cy="1840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>
                <a:solidFill>
                  <a:srgbClr val="FF0000"/>
                </a:solidFill>
              </a:rPr>
              <a:t>GEOGRAPHY</a:t>
            </a:r>
          </a:p>
        </p:txBody>
      </p:sp>
      <p:pic>
        <p:nvPicPr>
          <p:cNvPr id="35" name="Obrázok 34" descr="Obrázok, na ktorom je grafika, srdce, karmínová, kreslený obrázok&#10;&#10;Obsah vygenerovaný pomocou AI môže byť nesprávny.">
            <a:extLst>
              <a:ext uri="{FF2B5EF4-FFF2-40B4-BE49-F238E27FC236}">
                <a16:creationId xmlns:a16="http://schemas.microsoft.com/office/drawing/2014/main" id="{E4621441-76CF-97DD-07DD-3381BD444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4177" y="2121304"/>
            <a:ext cx="2047304" cy="11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9040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104" name="Picture 8" descr="Hockey: Canada vs. Switzerland - Men's Preliminary">
            <a:extLst>
              <a:ext uri="{FF2B5EF4-FFF2-40B4-BE49-F238E27FC236}">
                <a16:creationId xmlns:a16="http://schemas.microsoft.com/office/drawing/2014/main" id="{896EED37-A1C3-CF18-31BB-B984B392D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88"/>
          <a:stretch>
            <a:fillRect/>
          </a:stretch>
        </p:blipFill>
        <p:spPr bwMode="auto">
          <a:xfrm>
            <a:off x="1005840" y="627183"/>
            <a:ext cx="4990352" cy="280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Reading: The symbols of Canada — Aufgabe. English Language, Unterstufe.">
            <a:extLst>
              <a:ext uri="{FF2B5EF4-FFF2-40B4-BE49-F238E27FC236}">
                <a16:creationId xmlns:a16="http://schemas.microsoft.com/office/drawing/2014/main" id="{4BC7DDE2-893C-A20F-D949-6572DF6578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64" r="-2" b="-4327"/>
          <a:stretch>
            <a:fillRect/>
          </a:stretch>
        </p:blipFill>
        <p:spPr bwMode="auto">
          <a:xfrm>
            <a:off x="7080360" y="468342"/>
            <a:ext cx="3198683" cy="328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appy Canada Day! Time to celebrate our national animal - the amazing  beaver!!! Some might think it odd to have a rodent as a national symbol -  but we think it's perfect.">
            <a:extLst>
              <a:ext uri="{FF2B5EF4-FFF2-40B4-BE49-F238E27FC236}">
                <a16:creationId xmlns:a16="http://schemas.microsoft.com/office/drawing/2014/main" id="{44421793-A900-83F4-AF7D-F8B88A3DFB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21" b="36646"/>
          <a:stretch>
            <a:fillRect/>
          </a:stretch>
        </p:blipFill>
        <p:spPr bwMode="auto">
          <a:xfrm>
            <a:off x="1005840" y="3600715"/>
            <a:ext cx="4990352" cy="278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anada's maple syrup 'rebels' - BBC News">
            <a:extLst>
              <a:ext uri="{FF2B5EF4-FFF2-40B4-BE49-F238E27FC236}">
                <a16:creationId xmlns:a16="http://schemas.microsoft.com/office/drawing/2014/main" id="{939B01E6-18E1-2765-CD96-A9671D8EB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" r="1" b="1"/>
          <a:stretch>
            <a:fillRect/>
          </a:stretch>
        </p:blipFill>
        <p:spPr bwMode="auto">
          <a:xfrm>
            <a:off x="6184526" y="3600715"/>
            <a:ext cx="4990352" cy="278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ok 4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D569D99C-9C92-F854-0776-C64D7C6335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0"/>
            <a:ext cx="301337" cy="395697"/>
          </a:xfrm>
          <a:prstGeom prst="rect">
            <a:avLst/>
          </a:prstGeom>
        </p:spPr>
      </p:pic>
      <p:pic>
        <p:nvPicPr>
          <p:cNvPr id="6" name="Obrázok 5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F89AB458-B668-1AC7-6AB9-EA9B66C89D7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4758"/>
          <a:stretch>
            <a:fillRect/>
          </a:stretch>
        </p:blipFill>
        <p:spPr>
          <a:xfrm>
            <a:off x="301335" y="-1"/>
            <a:ext cx="11887615" cy="395697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A5E89700-A81A-4C91-91B3-99D2D94A6B80}"/>
              </a:ext>
            </a:extLst>
          </p:cNvPr>
          <p:cNvSpPr txBox="1"/>
          <p:nvPr/>
        </p:nvSpPr>
        <p:spPr>
          <a:xfrm>
            <a:off x="301336" y="36689"/>
            <a:ext cx="9019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CANADA</a:t>
            </a:r>
            <a:endParaRPr lang="sk-SK" sz="1600" b="1">
              <a:solidFill>
                <a:srgbClr val="FF0000"/>
              </a:solidFill>
            </a:endParaRPr>
          </a:p>
        </p:txBody>
      </p:sp>
      <p:pic>
        <p:nvPicPr>
          <p:cNvPr id="8" name="Picture 16" descr="Fade PNG Transparent Images">
            <a:extLst>
              <a:ext uri="{FF2B5EF4-FFF2-40B4-BE49-F238E27FC236}">
                <a16:creationId xmlns:a16="http://schemas.microsoft.com/office/drawing/2014/main" id="{5145B35E-19DA-B396-3E5E-83154FB128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9" y="-6069073"/>
            <a:ext cx="431634" cy="1252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6" descr="Fade PNG Transparent Images">
            <a:extLst>
              <a:ext uri="{FF2B5EF4-FFF2-40B4-BE49-F238E27FC236}">
                <a16:creationId xmlns:a16="http://schemas.microsoft.com/office/drawing/2014/main" id="{A74F423C-9704-38EE-29B1-1428FE43E4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7" y="-6069075"/>
            <a:ext cx="431634" cy="1252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bdĺžnik 11">
            <a:extLst>
              <a:ext uri="{FF2B5EF4-FFF2-40B4-BE49-F238E27FC236}">
                <a16:creationId xmlns:a16="http://schemas.microsoft.com/office/drawing/2014/main" id="{AD48D2AE-26CA-7D17-6DFB-86AC8B0250FA}"/>
              </a:ext>
            </a:extLst>
          </p:cNvPr>
          <p:cNvSpPr/>
          <p:nvPr/>
        </p:nvSpPr>
        <p:spPr>
          <a:xfrm>
            <a:off x="2672195" y="3166371"/>
            <a:ext cx="6847609" cy="757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Ovál 12">
            <a:extLst>
              <a:ext uri="{FF2B5EF4-FFF2-40B4-BE49-F238E27FC236}">
                <a16:creationId xmlns:a16="http://schemas.microsoft.com/office/drawing/2014/main" id="{4ACC41A4-25CD-C7F1-1374-D99DA0DD0199}"/>
              </a:ext>
            </a:extLst>
          </p:cNvPr>
          <p:cNvSpPr/>
          <p:nvPr/>
        </p:nvSpPr>
        <p:spPr>
          <a:xfrm>
            <a:off x="2246321" y="3168670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Ovál 13">
            <a:extLst>
              <a:ext uri="{FF2B5EF4-FFF2-40B4-BE49-F238E27FC236}">
                <a16:creationId xmlns:a16="http://schemas.microsoft.com/office/drawing/2014/main" id="{9040EB43-E44C-2A90-BE1E-70D2C61DFD4A}"/>
              </a:ext>
            </a:extLst>
          </p:cNvPr>
          <p:cNvSpPr/>
          <p:nvPr/>
        </p:nvSpPr>
        <p:spPr>
          <a:xfrm>
            <a:off x="9147436" y="3166371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0" name="Nadpis 1">
            <a:extLst>
              <a:ext uri="{FF2B5EF4-FFF2-40B4-BE49-F238E27FC236}">
                <a16:creationId xmlns:a16="http://schemas.microsoft.com/office/drawing/2014/main" id="{9E0C9A15-CAF9-9229-FBD3-A7CB7CBB2879}"/>
              </a:ext>
            </a:extLst>
          </p:cNvPr>
          <p:cNvSpPr txBox="1">
            <a:spLocks/>
          </p:cNvSpPr>
          <p:nvPr/>
        </p:nvSpPr>
        <p:spPr>
          <a:xfrm>
            <a:off x="838200" y="2667407"/>
            <a:ext cx="10515600" cy="1840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>
                <a:solidFill>
                  <a:srgbClr val="FF0000"/>
                </a:solidFill>
              </a:rPr>
              <a:t>CULTURE &amp; FUN FACTS</a:t>
            </a:r>
          </a:p>
        </p:txBody>
      </p:sp>
    </p:spTree>
    <p:extLst>
      <p:ext uri="{BB962C8B-B14F-4D97-AF65-F5344CB8AC3E}">
        <p14:creationId xmlns:p14="http://schemas.microsoft.com/office/powerpoint/2010/main" val="998119946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0" name="Rectangle 5139">
            <a:extLst>
              <a:ext uri="{FF2B5EF4-FFF2-40B4-BE49-F238E27FC236}">
                <a16:creationId xmlns:a16="http://schemas.microsoft.com/office/drawing/2014/main" id="{F4AEA020-F47C-4D8F-B20C-E5BDB814A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122" name="Picture 2" descr="The Apology Act: Sorry, It's Real. - Pardon Services (204) 453-0099">
            <a:extLst>
              <a:ext uri="{FF2B5EF4-FFF2-40B4-BE49-F238E27FC236}">
                <a16:creationId xmlns:a16="http://schemas.microsoft.com/office/drawing/2014/main" id="{8090E89B-29A2-7876-68DA-AD5F308F7C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0" b="2775"/>
          <a:stretch>
            <a:fillRect/>
          </a:stretch>
        </p:blipFill>
        <p:spPr bwMode="auto">
          <a:xfrm>
            <a:off x="1005840" y="627183"/>
            <a:ext cx="4990352" cy="280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View from the Calgary Tower's glass floor, 31 December 2005 (D'Arcy Norman)  | Download Scientific Diagram">
            <a:extLst>
              <a:ext uri="{FF2B5EF4-FFF2-40B4-BE49-F238E27FC236}">
                <a16:creationId xmlns:a16="http://schemas.microsoft.com/office/drawing/2014/main" id="{671D37D8-A7BF-6900-30AA-2A59F336B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9" r="1" b="21232"/>
          <a:stretch>
            <a:fillRect/>
          </a:stretch>
        </p:blipFill>
        <p:spPr bwMode="auto">
          <a:xfrm>
            <a:off x="6184526" y="627183"/>
            <a:ext cx="4990352" cy="280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Canadas Time Zones 🕓 Why is Newfoundland Time Unique?">
            <a:extLst>
              <a:ext uri="{FF2B5EF4-FFF2-40B4-BE49-F238E27FC236}">
                <a16:creationId xmlns:a16="http://schemas.microsoft.com/office/drawing/2014/main" id="{BEA8448B-2738-C580-9559-4ACADB4173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" t="9968" r="4" b="819"/>
          <a:stretch>
            <a:fillRect/>
          </a:stretch>
        </p:blipFill>
        <p:spPr bwMode="auto">
          <a:xfrm>
            <a:off x="1005840" y="3511176"/>
            <a:ext cx="4990352" cy="2960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N Tower Directions, Map, Hours, Photos, Facts and Reviews">
            <a:extLst>
              <a:ext uri="{FF2B5EF4-FFF2-40B4-BE49-F238E27FC236}">
                <a16:creationId xmlns:a16="http://schemas.microsoft.com/office/drawing/2014/main" id="{C4DC79B3-3851-CD71-60B9-4F82B37771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7" t="15752" r="537" b="21995"/>
          <a:stretch>
            <a:fillRect/>
          </a:stretch>
        </p:blipFill>
        <p:spPr bwMode="auto">
          <a:xfrm>
            <a:off x="6812806" y="3605472"/>
            <a:ext cx="3733792" cy="2801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rázok 3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7883F710-30B0-0B0D-C8C1-9C0AC71B0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301337" cy="395697"/>
          </a:xfrm>
          <a:prstGeom prst="rect">
            <a:avLst/>
          </a:prstGeom>
        </p:spPr>
      </p:pic>
      <p:pic>
        <p:nvPicPr>
          <p:cNvPr id="5" name="Obrázok 4" descr="Obrázok, na ktorom je červená, karmínová, grafika&#10;&#10;Obsah vygenerovaný pomocou AI môže byť nesprávny.">
            <a:extLst>
              <a:ext uri="{FF2B5EF4-FFF2-40B4-BE49-F238E27FC236}">
                <a16:creationId xmlns:a16="http://schemas.microsoft.com/office/drawing/2014/main" id="{CB842A8F-B49C-0495-23E0-93D74D0649A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4758"/>
          <a:stretch>
            <a:fillRect/>
          </a:stretch>
        </p:blipFill>
        <p:spPr>
          <a:xfrm>
            <a:off x="301335" y="-1"/>
            <a:ext cx="11887615" cy="395697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C573AAFA-D2AD-508B-780E-02D8FDAE7A79}"/>
              </a:ext>
            </a:extLst>
          </p:cNvPr>
          <p:cNvSpPr txBox="1"/>
          <p:nvPr/>
        </p:nvSpPr>
        <p:spPr>
          <a:xfrm>
            <a:off x="301336" y="36689"/>
            <a:ext cx="9019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F0000"/>
                </a:solidFill>
              </a:rPr>
              <a:t>CANADA</a:t>
            </a:r>
            <a:endParaRPr lang="sk-SK" sz="1600" b="1">
              <a:solidFill>
                <a:srgbClr val="FF0000"/>
              </a:solidFill>
            </a:endParaRPr>
          </a:p>
        </p:txBody>
      </p:sp>
      <p:pic>
        <p:nvPicPr>
          <p:cNvPr id="7" name="Picture 16" descr="Fade PNG Transparent Images">
            <a:extLst>
              <a:ext uri="{FF2B5EF4-FFF2-40B4-BE49-F238E27FC236}">
                <a16:creationId xmlns:a16="http://schemas.microsoft.com/office/drawing/2014/main" id="{883BD18D-3A97-9130-AE38-497EE1018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9" y="-6069073"/>
            <a:ext cx="431634" cy="12524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 descr="Fade PNG Transparent Images">
            <a:extLst>
              <a:ext uri="{FF2B5EF4-FFF2-40B4-BE49-F238E27FC236}">
                <a16:creationId xmlns:a16="http://schemas.microsoft.com/office/drawing/2014/main" id="{A025316F-B2CF-E81C-3671-E97BA782B4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54"/>
          <a:stretch>
            <a:fillRect/>
          </a:stretch>
        </p:blipFill>
        <p:spPr bwMode="auto">
          <a:xfrm rot="5400000">
            <a:off x="5713927" y="-6069075"/>
            <a:ext cx="431634" cy="1252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dĺžnik 8">
            <a:extLst>
              <a:ext uri="{FF2B5EF4-FFF2-40B4-BE49-F238E27FC236}">
                <a16:creationId xmlns:a16="http://schemas.microsoft.com/office/drawing/2014/main" id="{41864EE4-8D2D-4872-2609-6EFFDC8884C9}"/>
              </a:ext>
            </a:extLst>
          </p:cNvPr>
          <p:cNvSpPr/>
          <p:nvPr/>
        </p:nvSpPr>
        <p:spPr>
          <a:xfrm>
            <a:off x="2672195" y="3166371"/>
            <a:ext cx="6847609" cy="7572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0" name="Ovál 9">
            <a:extLst>
              <a:ext uri="{FF2B5EF4-FFF2-40B4-BE49-F238E27FC236}">
                <a16:creationId xmlns:a16="http://schemas.microsoft.com/office/drawing/2014/main" id="{3F8C5F1E-21EB-25BA-6087-62B88D5B97E5}"/>
              </a:ext>
            </a:extLst>
          </p:cNvPr>
          <p:cNvSpPr/>
          <p:nvPr/>
        </p:nvSpPr>
        <p:spPr>
          <a:xfrm>
            <a:off x="2246321" y="3168670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1" name="Ovál 10">
            <a:extLst>
              <a:ext uri="{FF2B5EF4-FFF2-40B4-BE49-F238E27FC236}">
                <a16:creationId xmlns:a16="http://schemas.microsoft.com/office/drawing/2014/main" id="{282BC99F-DDD1-2AB1-3A95-0D1B0A2B209D}"/>
              </a:ext>
            </a:extLst>
          </p:cNvPr>
          <p:cNvSpPr/>
          <p:nvPr/>
        </p:nvSpPr>
        <p:spPr>
          <a:xfrm>
            <a:off x="9147436" y="3166371"/>
            <a:ext cx="754913" cy="7549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03D92EB7-0040-360F-40BB-BFC6B04BC124}"/>
              </a:ext>
            </a:extLst>
          </p:cNvPr>
          <p:cNvSpPr txBox="1">
            <a:spLocks/>
          </p:cNvSpPr>
          <p:nvPr/>
        </p:nvSpPr>
        <p:spPr>
          <a:xfrm>
            <a:off x="838200" y="2667407"/>
            <a:ext cx="10515600" cy="1840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200" b="1">
                <a:solidFill>
                  <a:srgbClr val="FF0000"/>
                </a:solidFill>
              </a:rPr>
              <a:t>CULTURE &amp; FUN FACTS</a:t>
            </a:r>
          </a:p>
        </p:txBody>
      </p:sp>
    </p:spTree>
    <p:extLst>
      <p:ext uri="{BB962C8B-B14F-4D97-AF65-F5344CB8AC3E}">
        <p14:creationId xmlns:p14="http://schemas.microsoft.com/office/powerpoint/2010/main" val="3379036936"/>
      </p:ext>
    </p:extLst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25</Words>
  <Application>Microsoft Office PowerPoint</Application>
  <PresentationFormat>Širokouhlá</PresentationFormat>
  <Paragraphs>14</Paragraphs>
  <Slides>5</Slides>
  <Notes>2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Motív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Dušan Brozman</dc:creator>
  <cp:lastModifiedBy>Dušan Brozman</cp:lastModifiedBy>
  <cp:revision>1</cp:revision>
  <dcterms:created xsi:type="dcterms:W3CDTF">2026-02-18T17:18:31Z</dcterms:created>
  <dcterms:modified xsi:type="dcterms:W3CDTF">2026-02-18T18:29:48Z</dcterms:modified>
</cp:coreProperties>
</file>