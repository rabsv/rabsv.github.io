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9900"/>
    <a:srgbClr val="CC4900"/>
    <a:srgbClr val="CB0F3C"/>
    <a:srgbClr val="07B15C"/>
    <a:srgbClr val="01B5ED"/>
    <a:srgbClr val="8D21EF"/>
    <a:srgbClr val="AE41F1"/>
    <a:srgbClr val="EED200"/>
    <a:srgbClr val="EAB800"/>
    <a:srgbClr val="0BD3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450A8E-390C-452B-AEE6-DB82D3E5F81A}" v="578" dt="2025-04-14T18:10:19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94660"/>
  </p:normalViewPr>
  <p:slideViewPr>
    <p:cSldViewPr snapToGrid="0">
      <p:cViewPr varScale="1">
        <p:scale>
          <a:sx n="70" d="100"/>
          <a:sy n="70" d="100"/>
        </p:scale>
        <p:origin x="130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šan Brozman" userId="8ff6f0f7c8daa242" providerId="LiveId" clId="{1F450A8E-390C-452B-AEE6-DB82D3E5F81A}"/>
    <pc:docChg chg="undo custSel modSld modMainMaster">
      <pc:chgData name="Dušan Brozman" userId="8ff6f0f7c8daa242" providerId="LiveId" clId="{1F450A8E-390C-452B-AEE6-DB82D3E5F81A}" dt="2025-04-14T18:11:16.679" v="2860" actId="21"/>
      <pc:docMkLst>
        <pc:docMk/>
      </pc:docMkLst>
      <pc:sldChg chg="addSp delSp modSp mod modTransition setBg">
        <pc:chgData name="Dušan Brozman" userId="8ff6f0f7c8daa242" providerId="LiveId" clId="{1F450A8E-390C-452B-AEE6-DB82D3E5F81A}" dt="2025-04-14T17:34:06.229" v="2708" actId="207"/>
        <pc:sldMkLst>
          <pc:docMk/>
          <pc:sldMk cId="3732232119" sldId="256"/>
        </pc:sldMkLst>
        <pc:spChg chg="mod">
          <ac:chgData name="Dušan Brozman" userId="8ff6f0f7c8daa242" providerId="LiveId" clId="{1F450A8E-390C-452B-AEE6-DB82D3E5F81A}" dt="2025-04-14T17:33:34.063" v="2702" actId="207"/>
          <ac:spMkLst>
            <pc:docMk/>
            <pc:sldMk cId="3732232119" sldId="256"/>
            <ac:spMk id="2" creationId="{FAA9B9AD-2A39-3B6C-E240-6697719388C2}"/>
          </ac:spMkLst>
        </pc:spChg>
        <pc:spChg chg="mod">
          <ac:chgData name="Dušan Brozman" userId="8ff6f0f7c8daa242" providerId="LiveId" clId="{1F450A8E-390C-452B-AEE6-DB82D3E5F81A}" dt="2025-04-14T16:34:20.201" v="1204" actId="1076"/>
          <ac:spMkLst>
            <pc:docMk/>
            <pc:sldMk cId="3732232119" sldId="256"/>
            <ac:spMk id="3" creationId="{BBB2069E-1765-5E60-7DC1-9D1CEEAA12CC}"/>
          </ac:spMkLst>
        </pc:spChg>
        <pc:spChg chg="add del mod">
          <ac:chgData name="Dušan Brozman" userId="8ff6f0f7c8daa242" providerId="LiveId" clId="{1F450A8E-390C-452B-AEE6-DB82D3E5F81A}" dt="2025-04-14T17:24:47.782" v="2641" actId="21"/>
          <ac:spMkLst>
            <pc:docMk/>
            <pc:sldMk cId="3732232119" sldId="256"/>
            <ac:spMk id="45" creationId="{33EAAD4C-DFE3-B598-9E6D-E57EE6DD3722}"/>
          </ac:spMkLst>
        </pc:spChg>
        <pc:spChg chg="add mod ord">
          <ac:chgData name="Dušan Brozman" userId="8ff6f0f7c8daa242" providerId="LiveId" clId="{1F450A8E-390C-452B-AEE6-DB82D3E5F81A}" dt="2025-04-14T17:22:03.002" v="2222" actId="166"/>
          <ac:spMkLst>
            <pc:docMk/>
            <pc:sldMk cId="3732232119" sldId="256"/>
            <ac:spMk id="46" creationId="{C9D17E88-71E0-659E-120A-0F8B11C8C3A4}"/>
          </ac:spMkLst>
        </pc:spChg>
        <pc:spChg chg="add mod">
          <ac:chgData name="Dušan Brozman" userId="8ff6f0f7c8daa242" providerId="LiveId" clId="{1F450A8E-390C-452B-AEE6-DB82D3E5F81A}" dt="2025-04-14T17:34:02.586" v="2707" actId="207"/>
          <ac:spMkLst>
            <pc:docMk/>
            <pc:sldMk cId="3732232119" sldId="256"/>
            <ac:spMk id="55" creationId="{37845E71-4D77-54D6-A56A-8C9A99D7DBC1}"/>
          </ac:spMkLst>
        </pc:spChg>
        <pc:spChg chg="add mod">
          <ac:chgData name="Dušan Brozman" userId="8ff6f0f7c8daa242" providerId="LiveId" clId="{1F450A8E-390C-452B-AEE6-DB82D3E5F81A}" dt="2025-04-14T17:34:06.229" v="2708" actId="207"/>
          <ac:spMkLst>
            <pc:docMk/>
            <pc:sldMk cId="3732232119" sldId="256"/>
            <ac:spMk id="56" creationId="{C03AD5CA-553E-A8ED-F12E-1415EBEF1E6E}"/>
          </ac:spMkLst>
        </pc:spChg>
        <pc:spChg chg="add mod">
          <ac:chgData name="Dušan Brozman" userId="8ff6f0f7c8daa242" providerId="LiveId" clId="{1F450A8E-390C-452B-AEE6-DB82D3E5F81A}" dt="2025-04-14T17:24:37.376" v="2637"/>
          <ac:spMkLst>
            <pc:docMk/>
            <pc:sldMk cId="3732232119" sldId="256"/>
            <ac:spMk id="57" creationId="{1ACFFED4-B337-0102-B073-9FD9E61D847B}"/>
          </ac:spMkLst>
        </pc:spChg>
        <pc:spChg chg="add del mod">
          <ac:chgData name="Dušan Brozman" userId="8ff6f0f7c8daa242" providerId="LiveId" clId="{1F450A8E-390C-452B-AEE6-DB82D3E5F81A}" dt="2025-04-14T17:24:46.971" v="2640" actId="21"/>
          <ac:spMkLst>
            <pc:docMk/>
            <pc:sldMk cId="3732232119" sldId="256"/>
            <ac:spMk id="58" creationId="{25290FF5-08A9-09C6-BD89-1070827C3451}"/>
          </ac:spMkLst>
        </pc:spChg>
        <pc:spChg chg="add mod">
          <ac:chgData name="Dušan Brozman" userId="8ff6f0f7c8daa242" providerId="LiveId" clId="{1F450A8E-390C-452B-AEE6-DB82D3E5F81A}" dt="2025-04-14T17:33:54.931" v="2705" actId="207"/>
          <ac:spMkLst>
            <pc:docMk/>
            <pc:sldMk cId="3732232119" sldId="256"/>
            <ac:spMk id="59" creationId="{C0AA0D57-51E9-75CF-2963-1CE4F92C3DBC}"/>
          </ac:spMkLst>
        </pc:spChg>
        <pc:picChg chg="add mod">
          <ac:chgData name="Dušan Brozman" userId="8ff6f0f7c8daa242" providerId="LiveId" clId="{1F450A8E-390C-452B-AEE6-DB82D3E5F81A}" dt="2025-04-14T16:39:37.864" v="1244" actId="29295"/>
          <ac:picMkLst>
            <pc:docMk/>
            <pc:sldMk cId="3732232119" sldId="256"/>
            <ac:picMk id="47" creationId="{8B8782FB-3F33-66F4-8593-254399AD21CE}"/>
          </ac:picMkLst>
        </pc:picChg>
        <pc:picChg chg="add mod">
          <ac:chgData name="Dušan Brozman" userId="8ff6f0f7c8daa242" providerId="LiveId" clId="{1F450A8E-390C-452B-AEE6-DB82D3E5F81A}" dt="2025-04-14T16:39:42.927" v="1246" actId="29295"/>
          <ac:picMkLst>
            <pc:docMk/>
            <pc:sldMk cId="3732232119" sldId="256"/>
            <ac:picMk id="48" creationId="{1DE96EBD-C8C9-0E5A-E749-9309E6105DDA}"/>
          </ac:picMkLst>
        </pc:picChg>
        <pc:picChg chg="add mod">
          <ac:chgData name="Dušan Brozman" userId="8ff6f0f7c8daa242" providerId="LiveId" clId="{1F450A8E-390C-452B-AEE6-DB82D3E5F81A}" dt="2025-04-14T17:22:23.200" v="2250" actId="29295"/>
          <ac:picMkLst>
            <pc:docMk/>
            <pc:sldMk cId="3732232119" sldId="256"/>
            <ac:picMk id="50" creationId="{290C929B-97AE-859C-7BC5-42C9A892A5BD}"/>
          </ac:picMkLst>
        </pc:picChg>
        <pc:picChg chg="add del mod">
          <ac:chgData name="Dušan Brozman" userId="8ff6f0f7c8daa242" providerId="LiveId" clId="{1F450A8E-390C-452B-AEE6-DB82D3E5F81A}" dt="2025-04-14T16:36:00.398" v="1216" actId="21"/>
          <ac:picMkLst>
            <pc:docMk/>
            <pc:sldMk cId="3732232119" sldId="256"/>
            <ac:picMk id="52" creationId="{33589CD1-EDAE-C342-113E-927328D1EDD0}"/>
          </ac:picMkLst>
        </pc:picChg>
        <pc:picChg chg="add mod">
          <ac:chgData name="Dušan Brozman" userId="8ff6f0f7c8daa242" providerId="LiveId" clId="{1F450A8E-390C-452B-AEE6-DB82D3E5F81A}" dt="2025-04-14T17:22:31.191" v="2253" actId="29295"/>
          <ac:picMkLst>
            <pc:docMk/>
            <pc:sldMk cId="3732232119" sldId="256"/>
            <ac:picMk id="54" creationId="{BDE92EE3-27F1-01D1-26BE-6E7CBD52A145}"/>
          </ac:picMkLst>
        </pc:picChg>
      </pc:sldChg>
      <pc:sldChg chg="addSp delSp modSp mod modTransition setBg">
        <pc:chgData name="Dušan Brozman" userId="8ff6f0f7c8daa242" providerId="LiveId" clId="{1F450A8E-390C-452B-AEE6-DB82D3E5F81A}" dt="2025-04-14T17:31:50.668" v="2693"/>
        <pc:sldMkLst>
          <pc:docMk/>
          <pc:sldMk cId="184955876" sldId="257"/>
        </pc:sldMkLst>
        <pc:spChg chg="mod">
          <ac:chgData name="Dušan Brozman" userId="8ff6f0f7c8daa242" providerId="LiveId" clId="{1F450A8E-390C-452B-AEE6-DB82D3E5F81A}" dt="2025-04-14T17:26:08.247" v="2657" actId="207"/>
          <ac:spMkLst>
            <pc:docMk/>
            <pc:sldMk cId="184955876" sldId="257"/>
            <ac:spMk id="2" creationId="{769A3730-FE8A-DEFF-4723-3BF93072830D}"/>
          </ac:spMkLst>
        </pc:spChg>
        <pc:spChg chg="mod">
          <ac:chgData name="Dušan Brozman" userId="8ff6f0f7c8daa242" providerId="LiveId" clId="{1F450A8E-390C-452B-AEE6-DB82D3E5F81A}" dt="2025-04-14T16:46:11.759" v="1284" actId="14100"/>
          <ac:spMkLst>
            <pc:docMk/>
            <pc:sldMk cId="184955876" sldId="257"/>
            <ac:spMk id="49" creationId="{F5660E75-687A-E90E-F8DB-C72D4D2D1B7B}"/>
          </ac:spMkLst>
        </pc:spChg>
        <pc:spChg chg="add mod">
          <ac:chgData name="Dušan Brozman" userId="8ff6f0f7c8daa242" providerId="LiveId" clId="{1F450A8E-390C-452B-AEE6-DB82D3E5F81A}" dt="2025-04-14T17:26:25.147" v="2659" actId="207"/>
          <ac:spMkLst>
            <pc:docMk/>
            <pc:sldMk cId="184955876" sldId="257"/>
            <ac:spMk id="50" creationId="{0A8C268D-D250-E3E7-C5DD-E91B10AE6BD6}"/>
          </ac:spMkLst>
        </pc:spChg>
        <pc:spChg chg="add del mod ord">
          <ac:chgData name="Dušan Brozman" userId="8ff6f0f7c8daa242" providerId="LiveId" clId="{1F450A8E-390C-452B-AEE6-DB82D3E5F81A}" dt="2025-04-14T16:28:11.760" v="1097" actId="21"/>
          <ac:spMkLst>
            <pc:docMk/>
            <pc:sldMk cId="184955876" sldId="257"/>
            <ac:spMk id="51" creationId="{90B237A9-C551-66BA-5A6A-32A215ABA50D}"/>
          </ac:spMkLst>
        </pc:spChg>
        <pc:spChg chg="add del">
          <ac:chgData name="Dušan Brozman" userId="8ff6f0f7c8daa242" providerId="LiveId" clId="{1F450A8E-390C-452B-AEE6-DB82D3E5F81A}" dt="2025-04-14T17:18:09.771" v="1770" actId="21"/>
          <ac:spMkLst>
            <pc:docMk/>
            <pc:sldMk cId="184955876" sldId="257"/>
            <ac:spMk id="52" creationId="{2C3CD0CC-B197-4B49-CFE6-50E377DC4898}"/>
          </ac:spMkLst>
        </pc:spChg>
        <pc:spChg chg="add mod">
          <ac:chgData name="Dušan Brozman" userId="8ff6f0f7c8daa242" providerId="LiveId" clId="{1F450A8E-390C-452B-AEE6-DB82D3E5F81A}" dt="2025-04-14T17:26:34.648" v="2661" actId="207"/>
          <ac:spMkLst>
            <pc:docMk/>
            <pc:sldMk cId="184955876" sldId="257"/>
            <ac:spMk id="53" creationId="{B96A76BA-3733-C606-B182-B89BD7FBB642}"/>
          </ac:spMkLst>
        </pc:spChg>
        <pc:spChg chg="add mod">
          <ac:chgData name="Dušan Brozman" userId="8ff6f0f7c8daa242" providerId="LiveId" clId="{1F450A8E-390C-452B-AEE6-DB82D3E5F81A}" dt="2025-04-14T17:26:39.534" v="2662" actId="207"/>
          <ac:spMkLst>
            <pc:docMk/>
            <pc:sldMk cId="184955876" sldId="257"/>
            <ac:spMk id="54" creationId="{78C22422-2C78-DD55-72D8-8FED5A86335A}"/>
          </ac:spMkLst>
        </pc:spChg>
        <pc:spChg chg="add del mod">
          <ac:chgData name="Dušan Brozman" userId="8ff6f0f7c8daa242" providerId="LiveId" clId="{1F450A8E-390C-452B-AEE6-DB82D3E5F81A}" dt="2025-04-14T17:23:41.359" v="2530" actId="21"/>
          <ac:spMkLst>
            <pc:docMk/>
            <pc:sldMk cId="184955876" sldId="257"/>
            <ac:spMk id="55" creationId="{D9184F9B-88F4-8A1B-4112-D82CFF8813B9}"/>
          </ac:spMkLst>
        </pc:spChg>
        <pc:picChg chg="del">
          <ac:chgData name="Dušan Brozman" userId="8ff6f0f7c8daa242" providerId="LiveId" clId="{1F450A8E-390C-452B-AEE6-DB82D3E5F81A}" dt="2025-04-14T15:00:51.436" v="0" actId="21"/>
          <ac:picMkLst>
            <pc:docMk/>
            <pc:sldMk cId="184955876" sldId="257"/>
            <ac:picMk id="25" creationId="{DF96CC11-F9EC-9414-1C82-9036884BC0D9}"/>
          </ac:picMkLst>
        </pc:picChg>
        <pc:picChg chg="mod ord">
          <ac:chgData name="Dušan Brozman" userId="8ff6f0f7c8daa242" providerId="LiveId" clId="{1F450A8E-390C-452B-AEE6-DB82D3E5F81A}" dt="2025-04-14T16:40:54.298" v="1255" actId="1076"/>
          <ac:picMkLst>
            <pc:docMk/>
            <pc:sldMk cId="184955876" sldId="257"/>
            <ac:picMk id="33" creationId="{3554FDEA-E585-382D-4778-8B79D8E7DAB3}"/>
          </ac:picMkLst>
        </pc:picChg>
        <pc:picChg chg="del mod">
          <ac:chgData name="Dušan Brozman" userId="8ff6f0f7c8daa242" providerId="LiveId" clId="{1F450A8E-390C-452B-AEE6-DB82D3E5F81A}" dt="2025-04-14T16:16:25.860" v="397" actId="21"/>
          <ac:picMkLst>
            <pc:docMk/>
            <pc:sldMk cId="184955876" sldId="257"/>
            <ac:picMk id="35" creationId="{043AE076-9A2A-C241-1A43-FF2C55D24D49}"/>
          </ac:picMkLst>
        </pc:picChg>
        <pc:picChg chg="mod">
          <ac:chgData name="Dušan Brozman" userId="8ff6f0f7c8daa242" providerId="LiveId" clId="{1F450A8E-390C-452B-AEE6-DB82D3E5F81A}" dt="2025-04-14T16:46:14.673" v="1285" actId="1076"/>
          <ac:picMkLst>
            <pc:docMk/>
            <pc:sldMk cId="184955876" sldId="257"/>
            <ac:picMk id="44" creationId="{22F9B272-6320-AC0D-4C04-D703A4BF1123}"/>
          </ac:picMkLst>
        </pc:picChg>
        <pc:picChg chg="mod ord">
          <ac:chgData name="Dušan Brozman" userId="8ff6f0f7c8daa242" providerId="LiveId" clId="{1F450A8E-390C-452B-AEE6-DB82D3E5F81A}" dt="2025-04-14T16:55:50.721" v="1378" actId="1076"/>
          <ac:picMkLst>
            <pc:docMk/>
            <pc:sldMk cId="184955876" sldId="257"/>
            <ac:picMk id="45" creationId="{2CF7E263-ADCB-5B13-B1DE-01413A6BB779}"/>
          </ac:picMkLst>
        </pc:picChg>
        <pc:picChg chg="add del mod">
          <ac:chgData name="Dušan Brozman" userId="8ff6f0f7c8daa242" providerId="LiveId" clId="{1F450A8E-390C-452B-AEE6-DB82D3E5F81A}" dt="2025-04-14T16:44:31.923" v="1270" actId="1076"/>
          <ac:picMkLst>
            <pc:docMk/>
            <pc:sldMk cId="184955876" sldId="257"/>
            <ac:picMk id="46" creationId="{710CF0E5-EC1F-1B76-ED60-BB2498EDC709}"/>
          </ac:picMkLst>
        </pc:picChg>
        <pc:picChg chg="mod ord">
          <ac:chgData name="Dušan Brozman" userId="8ff6f0f7c8daa242" providerId="LiveId" clId="{1F450A8E-390C-452B-AEE6-DB82D3E5F81A}" dt="2025-04-14T16:56:10.707" v="1382" actId="1076"/>
          <ac:picMkLst>
            <pc:docMk/>
            <pc:sldMk cId="184955876" sldId="257"/>
            <ac:picMk id="47" creationId="{579F10A7-1900-7817-C54B-3662C17EE754}"/>
          </ac:picMkLst>
        </pc:picChg>
      </pc:sldChg>
      <pc:sldChg chg="addSp delSp modSp mod modTransition setBg">
        <pc:chgData name="Dušan Brozman" userId="8ff6f0f7c8daa242" providerId="LiveId" clId="{1F450A8E-390C-452B-AEE6-DB82D3E5F81A}" dt="2025-04-14T18:10:10.110" v="2839" actId="21"/>
        <pc:sldMkLst>
          <pc:docMk/>
          <pc:sldMk cId="3582914328" sldId="258"/>
        </pc:sldMkLst>
        <pc:spChg chg="mod">
          <ac:chgData name="Dušan Brozman" userId="8ff6f0f7c8daa242" providerId="LiveId" clId="{1F450A8E-390C-452B-AEE6-DB82D3E5F81A}" dt="2025-04-14T17:53:34.026" v="2805" actId="20577"/>
          <ac:spMkLst>
            <pc:docMk/>
            <pc:sldMk cId="3582914328" sldId="258"/>
            <ac:spMk id="2" creationId="{99814DCD-33DF-8C46-3BD8-20EC7AA86895}"/>
          </ac:spMkLst>
        </pc:spChg>
        <pc:spChg chg="mod">
          <ac:chgData name="Dušan Brozman" userId="8ff6f0f7c8daa242" providerId="LiveId" clId="{1F450A8E-390C-452B-AEE6-DB82D3E5F81A}" dt="2025-04-14T16:46:04.207" v="1283" actId="14100"/>
          <ac:spMkLst>
            <pc:docMk/>
            <pc:sldMk cId="3582914328" sldId="258"/>
            <ac:spMk id="3" creationId="{884863D1-41FD-F8C9-4456-21C4D73E1E2C}"/>
          </ac:spMkLst>
        </pc:spChg>
        <pc:spChg chg="add del mod">
          <ac:chgData name="Dušan Brozman" userId="8ff6f0f7c8daa242" providerId="LiveId" clId="{1F450A8E-390C-452B-AEE6-DB82D3E5F81A}" dt="2025-04-14T17:24:50.031" v="2642" actId="21"/>
          <ac:spMkLst>
            <pc:docMk/>
            <pc:sldMk cId="3582914328" sldId="258"/>
            <ac:spMk id="8" creationId="{21388167-F480-F3B1-EDE4-8AD718B71C42}"/>
          </ac:spMkLst>
        </pc:spChg>
        <pc:spChg chg="add mod ord">
          <ac:chgData name="Dušan Brozman" userId="8ff6f0f7c8daa242" providerId="LiveId" clId="{1F450A8E-390C-452B-AEE6-DB82D3E5F81A}" dt="2025-04-14T17:36:14.079" v="2724" actId="167"/>
          <ac:spMkLst>
            <pc:docMk/>
            <pc:sldMk cId="3582914328" sldId="258"/>
            <ac:spMk id="9" creationId="{0716B575-0A87-A106-8F2A-C07777B20990}"/>
          </ac:spMkLst>
        </pc:spChg>
        <pc:spChg chg="add del mod">
          <ac:chgData name="Dušan Brozman" userId="8ff6f0f7c8daa242" providerId="LiveId" clId="{1F450A8E-390C-452B-AEE6-DB82D3E5F81A}" dt="2025-04-14T17:36:00.965" v="2722" actId="21"/>
          <ac:spMkLst>
            <pc:docMk/>
            <pc:sldMk cId="3582914328" sldId="258"/>
            <ac:spMk id="10" creationId="{D38F158A-625D-6783-E8F8-F47007368679}"/>
          </ac:spMkLst>
        </pc:spChg>
        <pc:spChg chg="add del mod">
          <ac:chgData name="Dušan Brozman" userId="8ff6f0f7c8daa242" providerId="LiveId" clId="{1F450A8E-390C-452B-AEE6-DB82D3E5F81A}" dt="2025-04-14T17:36:00.965" v="2722" actId="21"/>
          <ac:spMkLst>
            <pc:docMk/>
            <pc:sldMk cId="3582914328" sldId="258"/>
            <ac:spMk id="12" creationId="{0672DBE5-0799-D5F4-E4FB-CA023D70DA6D}"/>
          </ac:spMkLst>
        </pc:spChg>
        <pc:spChg chg="add del mod">
          <ac:chgData name="Dušan Brozman" userId="8ff6f0f7c8daa242" providerId="LiveId" clId="{1F450A8E-390C-452B-AEE6-DB82D3E5F81A}" dt="2025-04-14T17:36:00.965" v="2722" actId="21"/>
          <ac:spMkLst>
            <pc:docMk/>
            <pc:sldMk cId="3582914328" sldId="258"/>
            <ac:spMk id="13" creationId="{A5D39EA8-4350-751B-098E-C40DDDD54ACE}"/>
          </ac:spMkLst>
        </pc:spChg>
        <pc:spChg chg="add mod ord">
          <ac:chgData name="Dušan Brozman" userId="8ff6f0f7c8daa242" providerId="LiveId" clId="{1F450A8E-390C-452B-AEE6-DB82D3E5F81A}" dt="2025-04-14T17:35:56.354" v="2721" actId="167"/>
          <ac:spMkLst>
            <pc:docMk/>
            <pc:sldMk cId="3582914328" sldId="258"/>
            <ac:spMk id="14" creationId="{AAB43C93-AFF7-FA29-6DE3-424E490DC43E}"/>
          </ac:spMkLst>
        </pc:spChg>
        <pc:spChg chg="add mod ord">
          <ac:chgData name="Dušan Brozman" userId="8ff6f0f7c8daa242" providerId="LiveId" clId="{1F450A8E-390C-452B-AEE6-DB82D3E5F81A}" dt="2025-04-14T17:35:56.354" v="2721" actId="167"/>
          <ac:spMkLst>
            <pc:docMk/>
            <pc:sldMk cId="3582914328" sldId="258"/>
            <ac:spMk id="15" creationId="{801B57A9-C8D5-240B-016A-7342AB98BF2E}"/>
          </ac:spMkLst>
        </pc:spChg>
        <pc:spChg chg="add mod ord">
          <ac:chgData name="Dušan Brozman" userId="8ff6f0f7c8daa242" providerId="LiveId" clId="{1F450A8E-390C-452B-AEE6-DB82D3E5F81A}" dt="2025-04-14T17:35:56.354" v="2721" actId="167"/>
          <ac:spMkLst>
            <pc:docMk/>
            <pc:sldMk cId="3582914328" sldId="258"/>
            <ac:spMk id="16" creationId="{19E4A788-E9BD-1E47-C028-1126F6E273CC}"/>
          </ac:spMkLst>
        </pc:spChg>
        <pc:picChg chg="add mod ord">
          <ac:chgData name="Dušan Brozman" userId="8ff6f0f7c8daa242" providerId="LiveId" clId="{1F450A8E-390C-452B-AEE6-DB82D3E5F81A}" dt="2025-04-14T18:09:06.629" v="2821" actId="171"/>
          <ac:picMkLst>
            <pc:docMk/>
            <pc:sldMk cId="3582914328" sldId="258"/>
            <ac:picMk id="5" creationId="{F7A77057-DA2E-85D8-B4EF-512CED41DE96}"/>
          </ac:picMkLst>
        </pc:picChg>
        <pc:picChg chg="del mod">
          <ac:chgData name="Dušan Brozman" userId="8ff6f0f7c8daa242" providerId="LiveId" clId="{1F450A8E-390C-452B-AEE6-DB82D3E5F81A}" dt="2025-04-14T18:09:09.069" v="2822" actId="21"/>
          <ac:picMkLst>
            <pc:docMk/>
            <pc:sldMk cId="3582914328" sldId="258"/>
            <ac:picMk id="6" creationId="{A262F5AD-E39A-1943-42FB-C2FF02EDC8E2}"/>
          </ac:picMkLst>
        </pc:picChg>
        <pc:picChg chg="mod">
          <ac:chgData name="Dušan Brozman" userId="8ff6f0f7c8daa242" providerId="LiveId" clId="{1F450A8E-390C-452B-AEE6-DB82D3E5F81A}" dt="2025-04-14T16:46:46.796" v="1293" actId="1076"/>
          <ac:picMkLst>
            <pc:docMk/>
            <pc:sldMk cId="3582914328" sldId="258"/>
            <ac:picMk id="7" creationId="{1354DBD0-03AD-30FE-2AFA-9522BB04EA00}"/>
          </ac:picMkLst>
        </pc:picChg>
        <pc:picChg chg="add mod ord">
          <ac:chgData name="Dušan Brozman" userId="8ff6f0f7c8daa242" providerId="LiveId" clId="{1F450A8E-390C-452B-AEE6-DB82D3E5F81A}" dt="2025-04-14T18:10:08.130" v="2838" actId="171"/>
          <ac:picMkLst>
            <pc:docMk/>
            <pc:sldMk cId="3582914328" sldId="258"/>
            <ac:picMk id="10" creationId="{7982A6E5-7A76-438E-D203-54F86A0F0C6A}"/>
          </ac:picMkLst>
        </pc:picChg>
        <pc:picChg chg="del">
          <ac:chgData name="Dušan Brozman" userId="8ff6f0f7c8daa242" providerId="LiveId" clId="{1F450A8E-390C-452B-AEE6-DB82D3E5F81A}" dt="2025-04-14T16:21:03.238" v="834" actId="21"/>
          <ac:picMkLst>
            <pc:docMk/>
            <pc:sldMk cId="3582914328" sldId="258"/>
            <ac:picMk id="11" creationId="{B0A91A37-8643-4249-F6AC-DB823082BB0C}"/>
          </ac:picMkLst>
        </pc:picChg>
        <pc:picChg chg="del mod">
          <ac:chgData name="Dušan Brozman" userId="8ff6f0f7c8daa242" providerId="LiveId" clId="{1F450A8E-390C-452B-AEE6-DB82D3E5F81A}" dt="2025-04-14T18:10:10.110" v="2839" actId="21"/>
          <ac:picMkLst>
            <pc:docMk/>
            <pc:sldMk cId="3582914328" sldId="258"/>
            <ac:picMk id="39" creationId="{3CE738F8-81AE-248B-D9C7-EEE22B4AB5B4}"/>
          </ac:picMkLst>
        </pc:picChg>
        <pc:picChg chg="mod">
          <ac:chgData name="Dušan Brozman" userId="8ff6f0f7c8daa242" providerId="LiveId" clId="{1F450A8E-390C-452B-AEE6-DB82D3E5F81A}" dt="2025-04-14T16:46:45.148" v="1292" actId="1076"/>
          <ac:picMkLst>
            <pc:docMk/>
            <pc:sldMk cId="3582914328" sldId="258"/>
            <ac:picMk id="41" creationId="{D5345512-2816-5112-1908-AD5A63B0E744}"/>
          </ac:picMkLst>
        </pc:picChg>
      </pc:sldChg>
      <pc:sldChg chg="addSp delSp modSp mod modTransition setBg">
        <pc:chgData name="Dušan Brozman" userId="8ff6f0f7c8daa242" providerId="LiveId" clId="{1F450A8E-390C-452B-AEE6-DB82D3E5F81A}" dt="2025-04-14T18:11:16.679" v="2860" actId="21"/>
        <pc:sldMkLst>
          <pc:docMk/>
          <pc:sldMk cId="4138006255" sldId="259"/>
        </pc:sldMkLst>
        <pc:spChg chg="mod">
          <ac:chgData name="Dušan Brozman" userId="8ff6f0f7c8daa242" providerId="LiveId" clId="{1F450A8E-390C-452B-AEE6-DB82D3E5F81A}" dt="2025-04-14T17:38:32.356" v="2742" actId="207"/>
          <ac:spMkLst>
            <pc:docMk/>
            <pc:sldMk cId="4138006255" sldId="259"/>
            <ac:spMk id="2" creationId="{F7B2680D-3DE0-BE23-4B34-7A8FDF177B69}"/>
          </ac:spMkLst>
        </pc:spChg>
        <pc:spChg chg="mod">
          <ac:chgData name="Dušan Brozman" userId="8ff6f0f7c8daa242" providerId="LiveId" clId="{1F450A8E-390C-452B-AEE6-DB82D3E5F81A}" dt="2025-04-14T16:58:28.092" v="1443" actId="121"/>
          <ac:spMkLst>
            <pc:docMk/>
            <pc:sldMk cId="4138006255" sldId="259"/>
            <ac:spMk id="3" creationId="{8B8E1EE4-FF1C-A11E-9D85-4F7BDDA95F90}"/>
          </ac:spMkLst>
        </pc:spChg>
        <pc:spChg chg="add del mod">
          <ac:chgData name="Dušan Brozman" userId="8ff6f0f7c8daa242" providerId="LiveId" clId="{1F450A8E-390C-452B-AEE6-DB82D3E5F81A}" dt="2025-04-14T16:52:20.946" v="1305" actId="21"/>
          <ac:spMkLst>
            <pc:docMk/>
            <pc:sldMk cId="4138006255" sldId="259"/>
            <ac:spMk id="6" creationId="{CDEAAB03-5057-6C0C-8739-91CB29B97A68}"/>
          </ac:spMkLst>
        </pc:spChg>
        <pc:spChg chg="add del mod">
          <ac:chgData name="Dušan Brozman" userId="8ff6f0f7c8daa242" providerId="LiveId" clId="{1F450A8E-390C-452B-AEE6-DB82D3E5F81A}" dt="2025-04-14T17:24:52.205" v="2643" actId="21"/>
          <ac:spMkLst>
            <pc:docMk/>
            <pc:sldMk cId="4138006255" sldId="259"/>
            <ac:spMk id="7" creationId="{88C79327-61C6-206A-46DA-142F7FE8E09D}"/>
          </ac:spMkLst>
        </pc:spChg>
        <pc:spChg chg="add mod ord">
          <ac:chgData name="Dušan Brozman" userId="8ff6f0f7c8daa242" providerId="LiveId" clId="{1F450A8E-390C-452B-AEE6-DB82D3E5F81A}" dt="2025-04-14T17:37:53.516" v="2738" actId="167"/>
          <ac:spMkLst>
            <pc:docMk/>
            <pc:sldMk cId="4138006255" sldId="259"/>
            <ac:spMk id="8" creationId="{A5187432-07E7-2702-E23A-3005B8E05BB1}"/>
          </ac:spMkLst>
        </pc:spChg>
        <pc:spChg chg="add del mod">
          <ac:chgData name="Dušan Brozman" userId="8ff6f0f7c8daa242" providerId="LiveId" clId="{1F450A8E-390C-452B-AEE6-DB82D3E5F81A}" dt="2025-04-14T17:37:46.668" v="2736" actId="21"/>
          <ac:spMkLst>
            <pc:docMk/>
            <pc:sldMk cId="4138006255" sldId="259"/>
            <ac:spMk id="12" creationId="{55DDC7F7-E9E2-2F27-55EE-D907DE12FC94}"/>
          </ac:spMkLst>
        </pc:spChg>
        <pc:spChg chg="add del mod">
          <ac:chgData name="Dušan Brozman" userId="8ff6f0f7c8daa242" providerId="LiveId" clId="{1F450A8E-390C-452B-AEE6-DB82D3E5F81A}" dt="2025-04-14T17:37:46.668" v="2736" actId="21"/>
          <ac:spMkLst>
            <pc:docMk/>
            <pc:sldMk cId="4138006255" sldId="259"/>
            <ac:spMk id="14" creationId="{E563C779-7F49-CDC0-0AAB-3913976E1E66}"/>
          </ac:spMkLst>
        </pc:spChg>
        <pc:spChg chg="add del mod">
          <ac:chgData name="Dušan Brozman" userId="8ff6f0f7c8daa242" providerId="LiveId" clId="{1F450A8E-390C-452B-AEE6-DB82D3E5F81A}" dt="2025-04-14T17:37:46.668" v="2736" actId="21"/>
          <ac:spMkLst>
            <pc:docMk/>
            <pc:sldMk cId="4138006255" sldId="259"/>
            <ac:spMk id="15" creationId="{886A32A6-8637-A34D-2C34-EB549DB93C52}"/>
          </ac:spMkLst>
        </pc:spChg>
        <pc:spChg chg="add mod ord">
          <ac:chgData name="Dušan Brozman" userId="8ff6f0f7c8daa242" providerId="LiveId" clId="{1F450A8E-390C-452B-AEE6-DB82D3E5F81A}" dt="2025-04-14T17:37:11.288" v="2730" actId="1076"/>
          <ac:spMkLst>
            <pc:docMk/>
            <pc:sldMk cId="4138006255" sldId="259"/>
            <ac:spMk id="16" creationId="{D38F158A-625D-6783-E8F8-F47007368679}"/>
          </ac:spMkLst>
        </pc:spChg>
        <pc:spChg chg="add mod ord">
          <ac:chgData name="Dušan Brozman" userId="8ff6f0f7c8daa242" providerId="LiveId" clId="{1F450A8E-390C-452B-AEE6-DB82D3E5F81A}" dt="2025-04-14T17:37:11.288" v="2730" actId="1076"/>
          <ac:spMkLst>
            <pc:docMk/>
            <pc:sldMk cId="4138006255" sldId="259"/>
            <ac:spMk id="17" creationId="{0672DBE5-0799-D5F4-E4FB-CA023D70DA6D}"/>
          </ac:spMkLst>
        </pc:spChg>
        <pc:spChg chg="add mod ord">
          <ac:chgData name="Dušan Brozman" userId="8ff6f0f7c8daa242" providerId="LiveId" clId="{1F450A8E-390C-452B-AEE6-DB82D3E5F81A}" dt="2025-04-14T17:37:11.288" v="2730" actId="1076"/>
          <ac:spMkLst>
            <pc:docMk/>
            <pc:sldMk cId="4138006255" sldId="259"/>
            <ac:spMk id="18" creationId="{A5D39EA8-4350-751B-098E-C40DDDD54ACE}"/>
          </ac:spMkLst>
        </pc:spChg>
        <pc:spChg chg="add mod ord">
          <ac:chgData name="Dušan Brozman" userId="8ff6f0f7c8daa242" providerId="LiveId" clId="{1F450A8E-390C-452B-AEE6-DB82D3E5F81A}" dt="2025-04-14T17:37:41.559" v="2735" actId="167"/>
          <ac:spMkLst>
            <pc:docMk/>
            <pc:sldMk cId="4138006255" sldId="259"/>
            <ac:spMk id="19" creationId="{1F7454B5-95C3-B1D6-FFBA-735E4FCC0FA3}"/>
          </ac:spMkLst>
        </pc:spChg>
        <pc:spChg chg="add mod ord">
          <ac:chgData name="Dušan Brozman" userId="8ff6f0f7c8daa242" providerId="LiveId" clId="{1F450A8E-390C-452B-AEE6-DB82D3E5F81A}" dt="2025-04-14T17:37:41.559" v="2735" actId="167"/>
          <ac:spMkLst>
            <pc:docMk/>
            <pc:sldMk cId="4138006255" sldId="259"/>
            <ac:spMk id="20" creationId="{80DCE7DA-C753-BDD4-807F-B1D76F822978}"/>
          </ac:spMkLst>
        </pc:spChg>
        <pc:spChg chg="add mod ord">
          <ac:chgData name="Dušan Brozman" userId="8ff6f0f7c8daa242" providerId="LiveId" clId="{1F450A8E-390C-452B-AEE6-DB82D3E5F81A}" dt="2025-04-14T17:37:41.559" v="2735" actId="167"/>
          <ac:spMkLst>
            <pc:docMk/>
            <pc:sldMk cId="4138006255" sldId="259"/>
            <ac:spMk id="21" creationId="{0C0913AE-1510-528E-AD89-DDF59C0698EE}"/>
          </ac:spMkLst>
        </pc:spChg>
        <pc:picChg chg="mod">
          <ac:chgData name="Dušan Brozman" userId="8ff6f0f7c8daa242" providerId="LiveId" clId="{1F450A8E-390C-452B-AEE6-DB82D3E5F81A}" dt="2025-04-14T17:15:52.125" v="1747" actId="1076"/>
          <ac:picMkLst>
            <pc:docMk/>
            <pc:sldMk cId="4138006255" sldId="259"/>
            <ac:picMk id="4" creationId="{E3FBCC98-E52C-0356-E390-00DD0AFBAC52}"/>
          </ac:picMkLst>
        </pc:picChg>
        <pc:picChg chg="add mod ord">
          <ac:chgData name="Dušan Brozman" userId="8ff6f0f7c8daa242" providerId="LiveId" clId="{1F450A8E-390C-452B-AEE6-DB82D3E5F81A}" dt="2025-04-14T18:11:14.592" v="2859" actId="171"/>
          <ac:picMkLst>
            <pc:docMk/>
            <pc:sldMk cId="4138006255" sldId="259"/>
            <ac:picMk id="6" creationId="{9D206895-C1C0-2B22-1704-97218805E19A}"/>
          </ac:picMkLst>
        </pc:picChg>
        <pc:picChg chg="del mod">
          <ac:chgData name="Dušan Brozman" userId="8ff6f0f7c8daa242" providerId="LiveId" clId="{1F450A8E-390C-452B-AEE6-DB82D3E5F81A}" dt="2025-04-14T16:52:14.357" v="1299" actId="21"/>
          <ac:picMkLst>
            <pc:docMk/>
            <pc:sldMk cId="4138006255" sldId="259"/>
            <ac:picMk id="9" creationId="{8D1F06F7-77F2-E414-732A-467A73558798}"/>
          </ac:picMkLst>
        </pc:picChg>
        <pc:picChg chg="add mod">
          <ac:chgData name="Dušan Brozman" userId="8ff6f0f7c8daa242" providerId="LiveId" clId="{1F450A8E-390C-452B-AEE6-DB82D3E5F81A}" dt="2025-04-14T16:54:21.813" v="1352" actId="1076"/>
          <ac:picMkLst>
            <pc:docMk/>
            <pc:sldMk cId="4138006255" sldId="259"/>
            <ac:picMk id="11" creationId="{33BF800F-A4D5-962F-C6D2-9F048C0D6369}"/>
          </ac:picMkLst>
        </pc:picChg>
        <pc:picChg chg="mod ord">
          <ac:chgData name="Dušan Brozman" userId="8ff6f0f7c8daa242" providerId="LiveId" clId="{1F450A8E-390C-452B-AEE6-DB82D3E5F81A}" dt="2025-04-14T16:55:34.897" v="1375" actId="1076"/>
          <ac:picMkLst>
            <pc:docMk/>
            <pc:sldMk cId="4138006255" sldId="259"/>
            <ac:picMk id="13" creationId="{9B64932F-DB69-4F3B-B4C8-F2A850A6290A}"/>
          </ac:picMkLst>
        </pc:picChg>
        <pc:picChg chg="add del mod">
          <ac:chgData name="Dušan Brozman" userId="8ff6f0f7c8daa242" providerId="LiveId" clId="{1F450A8E-390C-452B-AEE6-DB82D3E5F81A}" dt="2025-04-14T16:52:13.565" v="1298" actId="21"/>
          <ac:picMkLst>
            <pc:docMk/>
            <pc:sldMk cId="4138006255" sldId="259"/>
            <ac:picMk id="25" creationId="{DF96CC11-F9EC-9414-1C82-9036884BC0D9}"/>
          </ac:picMkLst>
        </pc:picChg>
        <pc:picChg chg="del">
          <ac:chgData name="Dušan Brozman" userId="8ff6f0f7c8daa242" providerId="LiveId" clId="{1F450A8E-390C-452B-AEE6-DB82D3E5F81A}" dt="2025-04-14T16:52:16.314" v="1301" actId="21"/>
          <ac:picMkLst>
            <pc:docMk/>
            <pc:sldMk cId="4138006255" sldId="259"/>
            <ac:picMk id="31" creationId="{A0A5721F-1653-6A2C-1163-CA0B6AD24AC7}"/>
          </ac:picMkLst>
        </pc:picChg>
        <pc:picChg chg="del mod ord">
          <ac:chgData name="Dušan Brozman" userId="8ff6f0f7c8daa242" providerId="LiveId" clId="{1F450A8E-390C-452B-AEE6-DB82D3E5F81A}" dt="2025-04-14T18:11:16.679" v="2860" actId="21"/>
          <ac:picMkLst>
            <pc:docMk/>
            <pc:sldMk cId="4138006255" sldId="259"/>
            <ac:picMk id="35" creationId="{7BEB8A30-E97F-3A52-B73F-2A337A5E2AD8}"/>
          </ac:picMkLst>
        </pc:picChg>
        <pc:picChg chg="mod">
          <ac:chgData name="Dušan Brozman" userId="8ff6f0f7c8daa242" providerId="LiveId" clId="{1F450A8E-390C-452B-AEE6-DB82D3E5F81A}" dt="2025-04-14T16:55:30.987" v="1372" actId="1076"/>
          <ac:picMkLst>
            <pc:docMk/>
            <pc:sldMk cId="4138006255" sldId="259"/>
            <ac:picMk id="43" creationId="{F1EC333D-FF51-45E5-217F-9DF032FB833F}"/>
          </ac:picMkLst>
        </pc:picChg>
      </pc:sldChg>
      <pc:sldChg chg="addSp delSp modSp mod modTransition setBg">
        <pc:chgData name="Dušan Brozman" userId="8ff6f0f7c8daa242" providerId="LiveId" clId="{1F450A8E-390C-452B-AEE6-DB82D3E5F81A}" dt="2025-04-14T17:38:36.486" v="2743" actId="207"/>
        <pc:sldMkLst>
          <pc:docMk/>
          <pc:sldMk cId="1283663375" sldId="260"/>
        </pc:sldMkLst>
        <pc:spChg chg="mod">
          <ac:chgData name="Dušan Brozman" userId="8ff6f0f7c8daa242" providerId="LiveId" clId="{1F450A8E-390C-452B-AEE6-DB82D3E5F81A}" dt="2025-04-14T17:38:36.486" v="2743" actId="207"/>
          <ac:spMkLst>
            <pc:docMk/>
            <pc:sldMk cId="1283663375" sldId="260"/>
            <ac:spMk id="2" creationId="{CA380D4B-0D7B-E892-EE53-B4D4625A90CB}"/>
          </ac:spMkLst>
        </pc:spChg>
        <pc:spChg chg="mod">
          <ac:chgData name="Dušan Brozman" userId="8ff6f0f7c8daa242" providerId="LiveId" clId="{1F450A8E-390C-452B-AEE6-DB82D3E5F81A}" dt="2025-04-14T16:46:28.651" v="1287" actId="14100"/>
          <ac:spMkLst>
            <pc:docMk/>
            <pc:sldMk cId="1283663375" sldId="260"/>
            <ac:spMk id="8" creationId="{3F3D8C50-52C8-9A0A-69D4-504C5FD22F0A}"/>
          </ac:spMkLst>
        </pc:spChg>
        <pc:spChg chg="add del mod">
          <ac:chgData name="Dušan Brozman" userId="8ff6f0f7c8daa242" providerId="LiveId" clId="{1F450A8E-390C-452B-AEE6-DB82D3E5F81A}" dt="2025-04-14T17:24:54.228" v="2644" actId="21"/>
          <ac:spMkLst>
            <pc:docMk/>
            <pc:sldMk cId="1283663375" sldId="260"/>
            <ac:spMk id="10" creationId="{C8D9F97F-A4DB-8D56-C136-A088A7ACFE72}"/>
          </ac:spMkLst>
        </pc:spChg>
        <pc:spChg chg="add mod ord">
          <ac:chgData name="Dušan Brozman" userId="8ff6f0f7c8daa242" providerId="LiveId" clId="{1F450A8E-390C-452B-AEE6-DB82D3E5F81A}" dt="2025-04-14T16:58:48.496" v="1447" actId="1076"/>
          <ac:spMkLst>
            <pc:docMk/>
            <pc:sldMk cId="1283663375" sldId="260"/>
            <ac:spMk id="12" creationId="{E3E3FA50-C278-1CB4-F909-D97EAD752DDE}"/>
          </ac:spMkLst>
        </pc:spChg>
        <pc:spChg chg="add del mod">
          <ac:chgData name="Dušan Brozman" userId="8ff6f0f7c8daa242" providerId="LiveId" clId="{1F450A8E-390C-452B-AEE6-DB82D3E5F81A}" dt="2025-04-14T17:37:36.383" v="2732" actId="21"/>
          <ac:spMkLst>
            <pc:docMk/>
            <pc:sldMk cId="1283663375" sldId="260"/>
            <ac:spMk id="13" creationId="{1F7454B5-95C3-B1D6-FFBA-735E4FCC0FA3}"/>
          </ac:spMkLst>
        </pc:spChg>
        <pc:spChg chg="add del mod">
          <ac:chgData name="Dušan Brozman" userId="8ff6f0f7c8daa242" providerId="LiveId" clId="{1F450A8E-390C-452B-AEE6-DB82D3E5F81A}" dt="2025-04-14T17:37:36.383" v="2732" actId="21"/>
          <ac:spMkLst>
            <pc:docMk/>
            <pc:sldMk cId="1283663375" sldId="260"/>
            <ac:spMk id="14" creationId="{80DCE7DA-C753-BDD4-807F-B1D76F822978}"/>
          </ac:spMkLst>
        </pc:spChg>
        <pc:spChg chg="add del mod">
          <ac:chgData name="Dušan Brozman" userId="8ff6f0f7c8daa242" providerId="LiveId" clId="{1F450A8E-390C-452B-AEE6-DB82D3E5F81A}" dt="2025-04-14T17:37:36.383" v="2732" actId="21"/>
          <ac:spMkLst>
            <pc:docMk/>
            <pc:sldMk cId="1283663375" sldId="260"/>
            <ac:spMk id="16" creationId="{0C0913AE-1510-528E-AD89-DDF59C0698EE}"/>
          </ac:spMkLst>
        </pc:spChg>
        <pc:spChg chg="add mod">
          <ac:chgData name="Dušan Brozman" userId="8ff6f0f7c8daa242" providerId="LiveId" clId="{1F450A8E-390C-452B-AEE6-DB82D3E5F81A}" dt="2025-04-14T17:37:48.246" v="2737"/>
          <ac:spMkLst>
            <pc:docMk/>
            <pc:sldMk cId="1283663375" sldId="260"/>
            <ac:spMk id="17" creationId="{55DDC7F7-E9E2-2F27-55EE-D907DE12FC94}"/>
          </ac:spMkLst>
        </pc:spChg>
        <pc:spChg chg="add mod">
          <ac:chgData name="Dušan Brozman" userId="8ff6f0f7c8daa242" providerId="LiveId" clId="{1F450A8E-390C-452B-AEE6-DB82D3E5F81A}" dt="2025-04-14T17:37:48.246" v="2737"/>
          <ac:spMkLst>
            <pc:docMk/>
            <pc:sldMk cId="1283663375" sldId="260"/>
            <ac:spMk id="18" creationId="{E563C779-7F49-CDC0-0AAB-3913976E1E66}"/>
          </ac:spMkLst>
        </pc:spChg>
        <pc:spChg chg="add mod">
          <ac:chgData name="Dušan Brozman" userId="8ff6f0f7c8daa242" providerId="LiveId" clId="{1F450A8E-390C-452B-AEE6-DB82D3E5F81A}" dt="2025-04-14T17:37:48.246" v="2737"/>
          <ac:spMkLst>
            <pc:docMk/>
            <pc:sldMk cId="1283663375" sldId="260"/>
            <ac:spMk id="19" creationId="{886A32A6-8637-A34D-2C34-EB549DB93C52}"/>
          </ac:spMkLst>
        </pc:spChg>
        <pc:picChg chg="mod ord">
          <ac:chgData name="Dušan Brozman" userId="8ff6f0f7c8daa242" providerId="LiveId" clId="{1F450A8E-390C-452B-AEE6-DB82D3E5F81A}" dt="2025-04-14T17:01:12.057" v="1496" actId="1076"/>
          <ac:picMkLst>
            <pc:docMk/>
            <pc:sldMk cId="1283663375" sldId="260"/>
            <ac:picMk id="5" creationId="{AABDF842-3523-BE3A-DD0A-A9B568E09AC6}"/>
          </ac:picMkLst>
        </pc:picChg>
        <pc:picChg chg="mod">
          <ac:chgData name="Dušan Brozman" userId="8ff6f0f7c8daa242" providerId="LiveId" clId="{1F450A8E-390C-452B-AEE6-DB82D3E5F81A}" dt="2025-04-14T17:02:45.659" v="1518" actId="1076"/>
          <ac:picMkLst>
            <pc:docMk/>
            <pc:sldMk cId="1283663375" sldId="260"/>
            <ac:picMk id="6" creationId="{D7451326-AE65-FD07-2155-C191D3933AD1}"/>
          </ac:picMkLst>
        </pc:picChg>
        <pc:picChg chg="del mod">
          <ac:chgData name="Dušan Brozman" userId="8ff6f0f7c8daa242" providerId="LiveId" clId="{1F450A8E-390C-452B-AEE6-DB82D3E5F81A}" dt="2025-04-14T16:56:27.442" v="1387" actId="21"/>
          <ac:picMkLst>
            <pc:docMk/>
            <pc:sldMk cId="1283663375" sldId="260"/>
            <ac:picMk id="9" creationId="{89668B50-D0FB-8196-1324-3EAA5377A859}"/>
          </ac:picMkLst>
        </pc:picChg>
        <pc:picChg chg="del mod">
          <ac:chgData name="Dušan Brozman" userId="8ff6f0f7c8daa242" providerId="LiveId" clId="{1F450A8E-390C-452B-AEE6-DB82D3E5F81A}" dt="2025-04-14T16:59:37.790" v="1463" actId="21"/>
          <ac:picMkLst>
            <pc:docMk/>
            <pc:sldMk cId="1283663375" sldId="260"/>
            <ac:picMk id="11" creationId="{355095BD-03F2-14F6-10A4-6EA8AA161527}"/>
          </ac:picMkLst>
        </pc:picChg>
        <pc:picChg chg="mod">
          <ac:chgData name="Dušan Brozman" userId="8ff6f0f7c8daa242" providerId="LiveId" clId="{1F450A8E-390C-452B-AEE6-DB82D3E5F81A}" dt="2025-04-14T17:02:24.470" v="1514" actId="1076"/>
          <ac:picMkLst>
            <pc:docMk/>
            <pc:sldMk cId="1283663375" sldId="260"/>
            <ac:picMk id="15" creationId="{7ADB9061-0D17-0E82-AA17-E0F4A554D8F4}"/>
          </ac:picMkLst>
        </pc:picChg>
        <pc:picChg chg="mod">
          <ac:chgData name="Dušan Brozman" userId="8ff6f0f7c8daa242" providerId="LiveId" clId="{1F450A8E-390C-452B-AEE6-DB82D3E5F81A}" dt="2025-04-14T17:01:19.260" v="1497" actId="14100"/>
          <ac:picMkLst>
            <pc:docMk/>
            <pc:sldMk cId="1283663375" sldId="260"/>
            <ac:picMk id="21" creationId="{F9A1257B-1CC8-F4D0-E339-3472103439BF}"/>
          </ac:picMkLst>
        </pc:picChg>
        <pc:picChg chg="del mod">
          <ac:chgData name="Dušan Brozman" userId="8ff6f0f7c8daa242" providerId="LiveId" clId="{1F450A8E-390C-452B-AEE6-DB82D3E5F81A}" dt="2025-04-14T16:56:52.820" v="1402" actId="21"/>
          <ac:picMkLst>
            <pc:docMk/>
            <pc:sldMk cId="1283663375" sldId="260"/>
            <ac:picMk id="23" creationId="{38519128-C722-5AE3-E18F-0BCF80F0D6B1}"/>
          </ac:picMkLst>
        </pc:picChg>
        <pc:picChg chg="del mod">
          <ac:chgData name="Dušan Brozman" userId="8ff6f0f7c8daa242" providerId="LiveId" clId="{1F450A8E-390C-452B-AEE6-DB82D3E5F81A}" dt="2025-04-14T17:01:07.389" v="1494" actId="21"/>
          <ac:picMkLst>
            <pc:docMk/>
            <pc:sldMk cId="1283663375" sldId="260"/>
            <ac:picMk id="25" creationId="{932685C6-BEDA-60F9-2B67-EF4988E2B2B2}"/>
          </ac:picMkLst>
        </pc:picChg>
        <pc:picChg chg="mod ord">
          <ac:chgData name="Dušan Brozman" userId="8ff6f0f7c8daa242" providerId="LiveId" clId="{1F450A8E-390C-452B-AEE6-DB82D3E5F81A}" dt="2025-04-14T16:59:15.466" v="1456" actId="1076"/>
          <ac:picMkLst>
            <pc:docMk/>
            <pc:sldMk cId="1283663375" sldId="260"/>
            <ac:picMk id="27" creationId="{CADC37CB-8E4B-9343-8ED2-CFD239062D25}"/>
          </ac:picMkLst>
        </pc:picChg>
        <pc:picChg chg="del mod">
          <ac:chgData name="Dušan Brozman" userId="8ff6f0f7c8daa242" providerId="LiveId" clId="{1F450A8E-390C-452B-AEE6-DB82D3E5F81A}" dt="2025-04-14T17:02:09.214" v="1510" actId="21"/>
          <ac:picMkLst>
            <pc:docMk/>
            <pc:sldMk cId="1283663375" sldId="260"/>
            <ac:picMk id="29" creationId="{E84570FF-BE08-675C-AC68-0EB016AE13BD}"/>
          </ac:picMkLst>
        </pc:picChg>
        <pc:picChg chg="mod">
          <ac:chgData name="Dušan Brozman" userId="8ff6f0f7c8daa242" providerId="LiveId" clId="{1F450A8E-390C-452B-AEE6-DB82D3E5F81A}" dt="2025-04-14T17:03:17.935" v="1521" actId="1076"/>
          <ac:picMkLst>
            <pc:docMk/>
            <pc:sldMk cId="1283663375" sldId="260"/>
            <ac:picMk id="37" creationId="{64DC6A8F-5033-76A8-20BD-0BBF9AEE3982}"/>
          </ac:picMkLst>
        </pc:picChg>
        <pc:picChg chg="mod ord">
          <ac:chgData name="Dušan Brozman" userId="8ff6f0f7c8daa242" providerId="LiveId" clId="{1F450A8E-390C-452B-AEE6-DB82D3E5F81A}" dt="2025-04-14T17:02:27.243" v="1515" actId="1076"/>
          <ac:picMkLst>
            <pc:docMk/>
            <pc:sldMk cId="1283663375" sldId="260"/>
            <ac:picMk id="41" creationId="{4614A3BB-F54F-C086-AAD9-B3BD7B87763F}"/>
          </ac:picMkLst>
        </pc:picChg>
        <pc:picChg chg="del mod">
          <ac:chgData name="Dušan Brozman" userId="8ff6f0f7c8daa242" providerId="LiveId" clId="{1F450A8E-390C-452B-AEE6-DB82D3E5F81A}" dt="2025-04-14T17:01:08.664" v="1495" actId="21"/>
          <ac:picMkLst>
            <pc:docMk/>
            <pc:sldMk cId="1283663375" sldId="260"/>
            <ac:picMk id="43" creationId="{A703B83C-8400-944E-DEED-783F8EA493DD}"/>
          </ac:picMkLst>
        </pc:picChg>
      </pc:sldChg>
      <pc:sldChg chg="addSp delSp modSp mod modTransition setBg">
        <pc:chgData name="Dušan Brozman" userId="8ff6f0f7c8daa242" providerId="LiveId" clId="{1F450A8E-390C-452B-AEE6-DB82D3E5F81A}" dt="2025-04-14T17:51:11.136" v="2803" actId="1076"/>
        <pc:sldMkLst>
          <pc:docMk/>
          <pc:sldMk cId="2728898071" sldId="261"/>
        </pc:sldMkLst>
        <pc:spChg chg="mod">
          <ac:chgData name="Dušan Brozman" userId="8ff6f0f7c8daa242" providerId="LiveId" clId="{1F450A8E-390C-452B-AEE6-DB82D3E5F81A}" dt="2025-04-14T17:30:48.591" v="2684" actId="207"/>
          <ac:spMkLst>
            <pc:docMk/>
            <pc:sldMk cId="2728898071" sldId="261"/>
            <ac:spMk id="2" creationId="{0027327D-CDA1-2D90-51A9-3CA06F7FDB11}"/>
          </ac:spMkLst>
        </pc:spChg>
        <pc:spChg chg="mod">
          <ac:chgData name="Dušan Brozman" userId="8ff6f0f7c8daa242" providerId="LiveId" clId="{1F450A8E-390C-452B-AEE6-DB82D3E5F81A}" dt="2025-04-14T17:50:23.417" v="2801" actId="20577"/>
          <ac:spMkLst>
            <pc:docMk/>
            <pc:sldMk cId="2728898071" sldId="261"/>
            <ac:spMk id="3" creationId="{425B8B57-FC4D-F2CC-1B52-0294E85F0635}"/>
          </ac:spMkLst>
        </pc:spChg>
        <pc:spChg chg="add del mod">
          <ac:chgData name="Dušan Brozman" userId="8ff6f0f7c8daa242" providerId="LiveId" clId="{1F450A8E-390C-452B-AEE6-DB82D3E5F81A}" dt="2025-04-14T17:24:55.451" v="2645" actId="21"/>
          <ac:spMkLst>
            <pc:docMk/>
            <pc:sldMk cId="2728898071" sldId="261"/>
            <ac:spMk id="4" creationId="{055CC8B3-35F1-EB7E-B5C8-E22B64D42B93}"/>
          </ac:spMkLst>
        </pc:spChg>
        <pc:spChg chg="add mod ord">
          <ac:chgData name="Dušan Brozman" userId="8ff6f0f7c8daa242" providerId="LiveId" clId="{1F450A8E-390C-452B-AEE6-DB82D3E5F81A}" dt="2025-04-14T17:04:33.036" v="1545" actId="1076"/>
          <ac:spMkLst>
            <pc:docMk/>
            <pc:sldMk cId="2728898071" sldId="261"/>
            <ac:spMk id="6" creationId="{A9C762A4-2550-D8AE-DF1F-7A66D00B04C1}"/>
          </ac:spMkLst>
        </pc:spChg>
        <pc:spChg chg="add mod">
          <ac:chgData name="Dušan Brozman" userId="8ff6f0f7c8daa242" providerId="LiveId" clId="{1F450A8E-390C-452B-AEE6-DB82D3E5F81A}" dt="2025-04-14T17:31:06.130" v="2688" actId="207"/>
          <ac:spMkLst>
            <pc:docMk/>
            <pc:sldMk cId="2728898071" sldId="261"/>
            <ac:spMk id="7" creationId="{C946D426-36CA-F501-8D26-F72BB4ECD951}"/>
          </ac:spMkLst>
        </pc:spChg>
        <pc:spChg chg="add mod">
          <ac:chgData name="Dušan Brozman" userId="8ff6f0f7c8daa242" providerId="LiveId" clId="{1F450A8E-390C-452B-AEE6-DB82D3E5F81A}" dt="2025-04-14T17:31:10.059" v="2689" actId="207"/>
          <ac:spMkLst>
            <pc:docMk/>
            <pc:sldMk cId="2728898071" sldId="261"/>
            <ac:spMk id="8" creationId="{74A7F5E8-76DB-8640-AB0C-AF0FEB006468}"/>
          </ac:spMkLst>
        </pc:spChg>
        <pc:spChg chg="add mod">
          <ac:chgData name="Dušan Brozman" userId="8ff6f0f7c8daa242" providerId="LiveId" clId="{1F450A8E-390C-452B-AEE6-DB82D3E5F81A}" dt="2025-04-14T17:30:56.691" v="2686" actId="207"/>
          <ac:spMkLst>
            <pc:docMk/>
            <pc:sldMk cId="2728898071" sldId="261"/>
            <ac:spMk id="9" creationId="{AD38251B-CF33-1BB8-5E47-FFC9EBE9A447}"/>
          </ac:spMkLst>
        </pc:spChg>
        <pc:picChg chg="del mod">
          <ac:chgData name="Dušan Brozman" userId="8ff6f0f7c8daa242" providerId="LiveId" clId="{1F450A8E-390C-452B-AEE6-DB82D3E5F81A}" dt="2025-04-14T17:07:25.803" v="1590" actId="21"/>
          <ac:picMkLst>
            <pc:docMk/>
            <pc:sldMk cId="2728898071" sldId="261"/>
            <ac:picMk id="5" creationId="{A711749C-22F2-9338-9844-EB7AA5DF17AC}"/>
          </ac:picMkLst>
        </pc:picChg>
        <pc:picChg chg="mod ord">
          <ac:chgData name="Dušan Brozman" userId="8ff6f0f7c8daa242" providerId="LiveId" clId="{1F450A8E-390C-452B-AEE6-DB82D3E5F81A}" dt="2025-04-14T17:10:32.229" v="1662" actId="1076"/>
          <ac:picMkLst>
            <pc:docMk/>
            <pc:sldMk cId="2728898071" sldId="261"/>
            <ac:picMk id="13" creationId="{3C5392DE-982D-58DF-028D-ABBD2C876EF5}"/>
          </ac:picMkLst>
        </pc:picChg>
        <pc:picChg chg="del mod">
          <ac:chgData name="Dušan Brozman" userId="8ff6f0f7c8daa242" providerId="LiveId" clId="{1F450A8E-390C-452B-AEE6-DB82D3E5F81A}" dt="2025-04-14T17:05:28.468" v="1562" actId="21"/>
          <ac:picMkLst>
            <pc:docMk/>
            <pc:sldMk cId="2728898071" sldId="261"/>
            <ac:picMk id="15" creationId="{54120F4C-45FE-2CE7-3378-90FE9157519F}"/>
          </ac:picMkLst>
        </pc:picChg>
        <pc:picChg chg="mod">
          <ac:chgData name="Dušan Brozman" userId="8ff6f0f7c8daa242" providerId="LiveId" clId="{1F450A8E-390C-452B-AEE6-DB82D3E5F81A}" dt="2025-04-14T17:45:30.396" v="2785" actId="1076"/>
          <ac:picMkLst>
            <pc:docMk/>
            <pc:sldMk cId="2728898071" sldId="261"/>
            <ac:picMk id="17" creationId="{02887EF6-3284-8A51-A69E-EB00154DFBA0}"/>
          </ac:picMkLst>
        </pc:picChg>
        <pc:picChg chg="mod">
          <ac:chgData name="Dušan Brozman" userId="8ff6f0f7c8daa242" providerId="LiveId" clId="{1F450A8E-390C-452B-AEE6-DB82D3E5F81A}" dt="2025-04-14T17:45:35.616" v="2787" actId="1076"/>
          <ac:picMkLst>
            <pc:docMk/>
            <pc:sldMk cId="2728898071" sldId="261"/>
            <ac:picMk id="19" creationId="{D4B4CCFD-D432-A96B-03B5-5D22DE262AB0}"/>
          </ac:picMkLst>
        </pc:picChg>
        <pc:picChg chg="mod">
          <ac:chgData name="Dušan Brozman" userId="8ff6f0f7c8daa242" providerId="LiveId" clId="{1F450A8E-390C-452B-AEE6-DB82D3E5F81A}" dt="2025-04-14T17:51:11.136" v="2803" actId="1076"/>
          <ac:picMkLst>
            <pc:docMk/>
            <pc:sldMk cId="2728898071" sldId="261"/>
            <ac:picMk id="23" creationId="{8F6EC7DE-5FAE-9AEA-DAAB-C22A417122D9}"/>
          </ac:picMkLst>
        </pc:picChg>
        <pc:picChg chg="mod">
          <ac:chgData name="Dušan Brozman" userId="8ff6f0f7c8daa242" providerId="LiveId" clId="{1F450A8E-390C-452B-AEE6-DB82D3E5F81A}" dt="2025-04-14T17:07:33.644" v="1595" actId="1076"/>
          <ac:picMkLst>
            <pc:docMk/>
            <pc:sldMk cId="2728898071" sldId="261"/>
            <ac:picMk id="27" creationId="{DCAB79CE-A690-1A97-2259-F047B6CF22F1}"/>
          </ac:picMkLst>
        </pc:picChg>
        <pc:picChg chg="mod">
          <ac:chgData name="Dušan Brozman" userId="8ff6f0f7c8daa242" providerId="LiveId" clId="{1F450A8E-390C-452B-AEE6-DB82D3E5F81A}" dt="2025-04-14T17:08:38.820" v="1620" actId="14100"/>
          <ac:picMkLst>
            <pc:docMk/>
            <pc:sldMk cId="2728898071" sldId="261"/>
            <ac:picMk id="29" creationId="{85476F71-5055-D4E1-4B08-97E474BB9C4D}"/>
          </ac:picMkLst>
        </pc:picChg>
      </pc:sldChg>
      <pc:sldChg chg="addSp delSp modSp mod modTransition setBg">
        <pc:chgData name="Dušan Brozman" userId="8ff6f0f7c8daa242" providerId="LiveId" clId="{1F450A8E-390C-452B-AEE6-DB82D3E5F81A}" dt="2025-04-14T17:38:11.405" v="2740" actId="207"/>
        <pc:sldMkLst>
          <pc:docMk/>
          <pc:sldMk cId="4034771002" sldId="262"/>
        </pc:sldMkLst>
        <pc:spChg chg="mod">
          <ac:chgData name="Dušan Brozman" userId="8ff6f0f7c8daa242" providerId="LiveId" clId="{1F450A8E-390C-452B-AEE6-DB82D3E5F81A}" dt="2025-04-14T17:38:11.405" v="2740" actId="207"/>
          <ac:spMkLst>
            <pc:docMk/>
            <pc:sldMk cId="4034771002" sldId="262"/>
            <ac:spMk id="2" creationId="{255E8608-38CD-0879-8462-444E66822A2F}"/>
          </ac:spMkLst>
        </pc:spChg>
        <pc:spChg chg="del">
          <ac:chgData name="Dušan Brozman" userId="8ff6f0f7c8daa242" providerId="LiveId" clId="{1F450A8E-390C-452B-AEE6-DB82D3E5F81A}" dt="2025-04-14T16:10:51.054" v="215" actId="21"/>
          <ac:spMkLst>
            <pc:docMk/>
            <pc:sldMk cId="4034771002" sldId="262"/>
            <ac:spMk id="3" creationId="{DF4A3A85-67D7-C77E-6DCA-3DFD02880A7A}"/>
          </ac:spMkLst>
        </pc:spChg>
        <pc:spChg chg="add del mod">
          <ac:chgData name="Dušan Brozman" userId="8ff6f0f7c8daa242" providerId="LiveId" clId="{1F450A8E-390C-452B-AEE6-DB82D3E5F81A}" dt="2025-04-14T17:24:57.182" v="2646" actId="21"/>
          <ac:spMkLst>
            <pc:docMk/>
            <pc:sldMk cId="4034771002" sldId="262"/>
            <ac:spMk id="4" creationId="{D77C1F1F-3D1D-A353-854A-13237E5BF5A6}"/>
          </ac:spMkLst>
        </pc:spChg>
        <pc:spChg chg="add mod ord">
          <ac:chgData name="Dušan Brozman" userId="8ff6f0f7c8daa242" providerId="LiveId" clId="{1F450A8E-390C-452B-AEE6-DB82D3E5F81A}" dt="2025-04-14T16:28:28.596" v="1107" actId="167"/>
          <ac:spMkLst>
            <pc:docMk/>
            <pc:sldMk cId="4034771002" sldId="262"/>
            <ac:spMk id="5" creationId="{DD6BFAF0-8A5E-3B2D-6697-B1EE4D180CBA}"/>
          </ac:spMkLst>
        </pc:spChg>
        <pc:spChg chg="add del mod">
          <ac:chgData name="Dušan Brozman" userId="8ff6f0f7c8daa242" providerId="LiveId" clId="{1F450A8E-390C-452B-AEE6-DB82D3E5F81A}" dt="2025-04-14T17:35:38.433" v="2716" actId="21"/>
          <ac:spMkLst>
            <pc:docMk/>
            <pc:sldMk cId="4034771002" sldId="262"/>
            <ac:spMk id="12" creationId="{AAB43C93-AFF7-FA29-6DE3-424E490DC43E}"/>
          </ac:spMkLst>
        </pc:spChg>
        <pc:spChg chg="add del mod">
          <ac:chgData name="Dušan Brozman" userId="8ff6f0f7c8daa242" providerId="LiveId" clId="{1F450A8E-390C-452B-AEE6-DB82D3E5F81A}" dt="2025-04-14T17:35:38.433" v="2716" actId="21"/>
          <ac:spMkLst>
            <pc:docMk/>
            <pc:sldMk cId="4034771002" sldId="262"/>
            <ac:spMk id="13" creationId="{801B57A9-C8D5-240B-016A-7342AB98BF2E}"/>
          </ac:spMkLst>
        </pc:spChg>
        <pc:spChg chg="add del mod">
          <ac:chgData name="Dušan Brozman" userId="8ff6f0f7c8daa242" providerId="LiveId" clId="{1F450A8E-390C-452B-AEE6-DB82D3E5F81A}" dt="2025-04-14T17:35:38.433" v="2716" actId="21"/>
          <ac:spMkLst>
            <pc:docMk/>
            <pc:sldMk cId="4034771002" sldId="262"/>
            <ac:spMk id="14" creationId="{19E4A788-E9BD-1E47-C028-1126F6E273CC}"/>
          </ac:spMkLst>
        </pc:spChg>
        <pc:spChg chg="add del mod">
          <ac:chgData name="Dušan Brozman" userId="8ff6f0f7c8daa242" providerId="LiveId" clId="{1F450A8E-390C-452B-AEE6-DB82D3E5F81A}" dt="2025-04-14T17:37:21.972" v="2731" actId="21"/>
          <ac:spMkLst>
            <pc:docMk/>
            <pc:sldMk cId="4034771002" sldId="262"/>
            <ac:spMk id="15" creationId="{D38F158A-625D-6783-E8F8-F47007368679}"/>
          </ac:spMkLst>
        </pc:spChg>
        <pc:spChg chg="add del mod">
          <ac:chgData name="Dušan Brozman" userId="8ff6f0f7c8daa242" providerId="LiveId" clId="{1F450A8E-390C-452B-AEE6-DB82D3E5F81A}" dt="2025-04-14T17:37:21.972" v="2731" actId="21"/>
          <ac:spMkLst>
            <pc:docMk/>
            <pc:sldMk cId="4034771002" sldId="262"/>
            <ac:spMk id="16" creationId="{0672DBE5-0799-D5F4-E4FB-CA023D70DA6D}"/>
          </ac:spMkLst>
        </pc:spChg>
        <pc:spChg chg="add del mod">
          <ac:chgData name="Dušan Brozman" userId="8ff6f0f7c8daa242" providerId="LiveId" clId="{1F450A8E-390C-452B-AEE6-DB82D3E5F81A}" dt="2025-04-14T17:37:21.972" v="2731" actId="21"/>
          <ac:spMkLst>
            <pc:docMk/>
            <pc:sldMk cId="4034771002" sldId="262"/>
            <ac:spMk id="17" creationId="{A5D39EA8-4350-751B-098E-C40DDDD54ACE}"/>
          </ac:spMkLst>
        </pc:spChg>
        <pc:picChg chg="add del mod">
          <ac:chgData name="Dušan Brozman" userId="8ff6f0f7c8daa242" providerId="LiveId" clId="{1F450A8E-390C-452B-AEE6-DB82D3E5F81A}" dt="2025-04-14T17:12:46.832" v="1726" actId="21"/>
          <ac:picMkLst>
            <pc:docMk/>
            <pc:sldMk cId="4034771002" sldId="262"/>
            <ac:picMk id="7" creationId="{25BB1EB9-737E-0400-1292-8B72A1B359E9}"/>
          </ac:picMkLst>
        </pc:picChg>
        <pc:picChg chg="add mod">
          <ac:chgData name="Dušan Brozman" userId="8ff6f0f7c8daa242" providerId="LiveId" clId="{1F450A8E-390C-452B-AEE6-DB82D3E5F81A}" dt="2025-04-14T17:13:12.049" v="1735" actId="1076"/>
          <ac:picMkLst>
            <pc:docMk/>
            <pc:sldMk cId="4034771002" sldId="262"/>
            <ac:picMk id="9" creationId="{E9017AFE-5347-039F-EF6F-16F2415FE1D2}"/>
          </ac:picMkLst>
        </pc:picChg>
        <pc:picChg chg="add mod">
          <ac:chgData name="Dušan Brozman" userId="8ff6f0f7c8daa242" providerId="LiveId" clId="{1F450A8E-390C-452B-AEE6-DB82D3E5F81A}" dt="2025-04-14T17:13:14.159" v="1736" actId="1076"/>
          <ac:picMkLst>
            <pc:docMk/>
            <pc:sldMk cId="4034771002" sldId="262"/>
            <ac:picMk id="11" creationId="{819BCEDA-BCD3-8704-39C0-683198113B37}"/>
          </ac:picMkLst>
        </pc:picChg>
        <pc:picChg chg="mod">
          <ac:chgData name="Dušan Brozman" userId="8ff6f0f7c8daa242" providerId="LiveId" clId="{1F450A8E-390C-452B-AEE6-DB82D3E5F81A}" dt="2025-04-14T17:23:17.508" v="2528" actId="14861"/>
          <ac:picMkLst>
            <pc:docMk/>
            <pc:sldMk cId="4034771002" sldId="262"/>
            <ac:picMk id="33" creationId="{37BC575D-869E-CA96-6FA2-340109B183A3}"/>
          </ac:picMkLst>
        </pc:picChg>
      </pc:sldChg>
      <pc:sldMasterChg chg="setBg modSldLayout">
        <pc:chgData name="Dušan Brozman" userId="8ff6f0f7c8daa242" providerId="LiveId" clId="{1F450A8E-390C-452B-AEE6-DB82D3E5F81A}" dt="2025-04-14T17:10:51.991" v="1677"/>
        <pc:sldMasterMkLst>
          <pc:docMk/>
          <pc:sldMasterMk cId="623174030" sldId="2147483648"/>
        </pc:sldMasterMkLst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3724146534" sldId="2147483649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1250721269" sldId="2147483650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1728792055" sldId="2147483651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3326058455" sldId="2147483652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1444969397" sldId="2147483653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2784900" sldId="2147483654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1261010685" sldId="2147483655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1583577052" sldId="2147483656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3539901396" sldId="2147483657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3175206364" sldId="2147483658"/>
          </pc:sldLayoutMkLst>
        </pc:sldLayoutChg>
        <pc:sldLayoutChg chg="setBg">
          <pc:chgData name="Dušan Brozman" userId="8ff6f0f7c8daa242" providerId="LiveId" clId="{1F450A8E-390C-452B-AEE6-DB82D3E5F81A}" dt="2025-04-14T17:10:51.991" v="1677"/>
          <pc:sldLayoutMkLst>
            <pc:docMk/>
            <pc:sldMasterMk cId="623174030" sldId="2147483648"/>
            <pc:sldLayoutMk cId="4175571944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D62A7-F327-4131-9E82-CF3AA89CABB4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3D681-0F4F-4380-8370-24BA4A0E4CE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04278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3D681-0F4F-4380-8370-24BA4A0E4CEC}" type="slidenum">
              <a:rPr lang="sk-SK" smtClean="0"/>
              <a:t>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31717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41E152-E74E-1C2E-9E1C-78795DA8A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4D5F68F-050C-4BBE-C233-98BA44497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0F9DC92-494E-9FB2-0CB8-5AB4C189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E72ABBF-933B-050A-7331-53482FF3C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2C063C0-C01E-F507-DA3D-9E42C6E95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24146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D7D8C2-9473-DD35-28CA-74091B3F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71C94D6-0006-F68D-1F90-22E8F2E56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E4EC8E10-33E2-747B-AB11-636294FF1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7E00F7E-BD8D-901F-598D-D535E95C3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9E24A1D-76C1-CA2E-97BC-F54CB814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50721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1B6878-F2F1-07A4-4E9F-6C72898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3428619-9404-CBC1-17DF-926E2A7B4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E2BB0C1A-E0D6-432F-1081-2488AE70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74E3143-D40F-83DD-37F1-551296FD6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C16E620-BBBE-D236-DCB8-52A320599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28792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A77B63-8D98-6905-F612-F42A1554D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BC7DF44-88E9-8F7D-A9D6-FF8755179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2C286F78-27D4-80CE-9D29-AFEB99F87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4E985114-520B-EE15-B768-B8B635F25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16267847-99A4-7F28-F5C6-18856545C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99E869D0-3B2E-DA5A-7AE6-3D1960FEC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26058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405E35-A371-1B51-B0E3-7C3D92832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01EC34D-281B-20F4-3CF6-BEC7B36B0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DD210E4E-3983-FEFF-D9AF-0D8DC9BC4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C191BD1-B516-4B3E-A2FC-9C69E4028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9F725F68-7DF0-38C5-FE8D-C55E6144D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2B2CCB31-35B7-B2EA-9BB9-5F4587161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580016D9-DB2A-2C1F-0B1B-218BBD704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63E0B1B3-AB0E-D0D1-3C40-83CD8DE7C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44969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656D26-9EAA-BD85-153F-BDA14BC9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2D2D7840-242F-7B56-848A-CCE638A1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94A21120-4A32-246B-E695-38800273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2BE92DC4-4642-2A58-64B4-E4E89A2C3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8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FB4BE590-D3B4-EB37-0332-2DA9BDF13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08458F6E-219D-F69C-39AC-F47F9CD50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44CD9E2-46AC-450F-6DB7-7DA745152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61010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815FFC-614E-588B-9F88-D4F42771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24D0E59-1553-42AE-08FB-C79A644E2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3B077EB-D2DE-B16D-5524-18D12A830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A3FE64E3-3414-7687-86D2-BBF2D790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2B18010C-0DDA-49D6-7225-49AF9B493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26620774-284E-ED1F-8F1C-3458C6AB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83577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2533DF-F07A-E37E-A250-A35FFFD04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8689A199-3299-A3FF-7E66-6C788BC4C5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6DE2388-F0D3-BB25-5AB8-09018B27B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737200F7-336A-9E08-2E9B-1BAC94EDD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183016DA-247B-338B-A66D-17AE2A7D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A433ACAB-CC4E-62B9-4503-886FA7259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39901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1E5683-9769-8A9D-A3AE-F0BC02EAB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45F76DA3-A944-9001-3B65-397B7F666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4E2F3B62-40DC-5AA3-F1E3-45F31DACE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3A13A1-7F34-694C-3DED-79A64E18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7E4A137-5296-C4F0-CF55-9DA0EACEE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75206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076C6AB3-EEB3-A3F2-6F34-72681C591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D2FC61A7-6BB8-90E6-A49A-37AD91783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5384B8A-9279-ECA0-1E3E-3D3C9C66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5F15362E-A19D-7380-493E-EF4097263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AF091F2C-88AA-1A0B-2287-C5A8D2F48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75571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2198E9B8-51A4-4480-FA99-BFA481298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ED89A5E-D33C-47B8-2940-ED5AEE51A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E81C034-5120-8EAC-8616-A9DEA387F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C09CB-5800-4A9E-AB0E-B5FD4C6BD695}" type="datetimeFigureOut">
              <a:rPr lang="sk-SK" smtClean="0"/>
              <a:t>14. 4. 2025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8BCA59A8-1506-7EC7-6A45-AF7CADFF8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8FF857ED-EB4F-DF8A-CB09-1694323F7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27192-3329-4107-B2CA-8C16E3EECB2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2317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gi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gif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gif"/><Relationship Id="rId3" Type="http://schemas.openxmlformats.org/officeDocument/2006/relationships/image" Target="../media/image25.png"/><Relationship Id="rId7" Type="http://schemas.openxmlformats.org/officeDocument/2006/relationships/image" Target="../media/image29.gif"/><Relationship Id="rId2" Type="http://schemas.openxmlformats.org/officeDocument/2006/relationships/hyperlink" Target="https://lordoftrident.github.io/blogs/trinity-part-1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dĺžnik 45">
            <a:extLst>
              <a:ext uri="{FF2B5EF4-FFF2-40B4-BE49-F238E27FC236}">
                <a16:creationId xmlns:a16="http://schemas.microsoft.com/office/drawing/2014/main" id="{C9D17E88-71E0-659E-120A-0F8B11C8C3A4}"/>
              </a:ext>
            </a:extLst>
          </p:cNvPr>
          <p:cNvSpPr/>
          <p:nvPr/>
        </p:nvSpPr>
        <p:spPr>
          <a:xfrm>
            <a:off x="262890" y="0"/>
            <a:ext cx="1192911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6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AA9B9AD-2A39-3B6C-E240-669771938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0552" y="2383971"/>
            <a:ext cx="9144000" cy="1843315"/>
          </a:xfrm>
        </p:spPr>
        <p:txBody>
          <a:bodyPr/>
          <a:lstStyle/>
          <a:p>
            <a:pPr algn="l"/>
            <a:r>
              <a:rPr lang="es-ES" b="1" dirty="0">
                <a:solidFill>
                  <a:srgbClr val="8D21E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Motores de videojuegos FPS de los años 90</a:t>
            </a:r>
            <a:endParaRPr lang="sk-SK" b="1" dirty="0">
              <a:solidFill>
                <a:srgbClr val="8D21E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BB2069E-1765-5E60-7DC1-9D1CEEAA1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0552" y="4321628"/>
            <a:ext cx="9144000" cy="936171"/>
          </a:xfrm>
        </p:spPr>
        <p:txBody>
          <a:bodyPr/>
          <a:lstStyle/>
          <a:p>
            <a:pPr algn="l"/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Rei A. Brozman</a:t>
            </a:r>
            <a:endParaRPr lang="sk-SK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7" name="Obrázok 46" descr="Obrázok, na ktorom je pixel, snímka obrazovky, pestrofarebnosť&#10;&#10;Obsah vygenerovaný umelou inteligenciou môže byť nesprávny.">
            <a:extLst>
              <a:ext uri="{FF2B5EF4-FFF2-40B4-BE49-F238E27FC236}">
                <a16:creationId xmlns:a16="http://schemas.microsoft.com/office/drawing/2014/main" id="{8B8782FB-3F33-66F4-8593-254399AD21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"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51136">
            <a:off x="8587574" y="3613257"/>
            <a:ext cx="2454435" cy="4207602"/>
          </a:xfrm>
          <a:prstGeom prst="rect">
            <a:avLst/>
          </a:prstGeom>
          <a:noFill/>
          <a:effectLst/>
        </p:spPr>
      </p:pic>
      <p:pic>
        <p:nvPicPr>
          <p:cNvPr id="48" name="Obrázok 47" descr="Obrázok, na ktorom je animák, brnenie&#10;&#10;Obsah vygenerovaný umelou inteligenciou môže byť nesprávny.">
            <a:extLst>
              <a:ext uri="{FF2B5EF4-FFF2-40B4-BE49-F238E27FC236}">
                <a16:creationId xmlns:a16="http://schemas.microsoft.com/office/drawing/2014/main" id="{1DE96EBD-C8C9-0E5A-E749-9309E6105DD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895" y="-120669"/>
            <a:ext cx="2754840" cy="4476615"/>
          </a:xfrm>
          <a:prstGeom prst="rect">
            <a:avLst/>
          </a:prstGeom>
        </p:spPr>
      </p:pic>
      <p:pic>
        <p:nvPicPr>
          <p:cNvPr id="50" name="Obrázok 49" descr="Obrázok, na ktorom je zbraň, osoba, držanie v ruke, stolička&#10;&#10;Obsah vygenerovaný umelou inteligenciou môže byť nesprávny.">
            <a:extLst>
              <a:ext uri="{FF2B5EF4-FFF2-40B4-BE49-F238E27FC236}">
                <a16:creationId xmlns:a16="http://schemas.microsoft.com/office/drawing/2014/main" id="{290C929B-97AE-859C-7BC5-42C9A892A5B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75215">
            <a:off x="5428105" y="-269498"/>
            <a:ext cx="2285028" cy="2807543"/>
          </a:xfrm>
          <a:prstGeom prst="rect">
            <a:avLst/>
          </a:prstGeom>
        </p:spPr>
      </p:pic>
      <p:pic>
        <p:nvPicPr>
          <p:cNvPr id="54" name="Obrázok 53" descr="Obrázok, na ktorom je snímka obrazovky, pixel&#10;&#10;Obsah vygenerovaný umelou inteligenciou môže byť nesprávny.">
            <a:extLst>
              <a:ext uri="{FF2B5EF4-FFF2-40B4-BE49-F238E27FC236}">
                <a16:creationId xmlns:a16="http://schemas.microsoft.com/office/drawing/2014/main" id="{BDE92EE3-27F1-01D1-26BE-6E7CBD52A14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2111">
            <a:off x="3294457" y="4816179"/>
            <a:ext cx="1891918" cy="3131820"/>
          </a:xfrm>
          <a:prstGeom prst="rect">
            <a:avLst/>
          </a:prstGeom>
        </p:spPr>
      </p:pic>
      <p:sp>
        <p:nvSpPr>
          <p:cNvPr id="55" name="Obdĺžnik 54">
            <a:extLst>
              <a:ext uri="{FF2B5EF4-FFF2-40B4-BE49-F238E27FC236}">
                <a16:creationId xmlns:a16="http://schemas.microsoft.com/office/drawing/2014/main" id="{37845E71-4D77-54D6-A56A-8C9A99D7DBC1}"/>
              </a:ext>
            </a:extLst>
          </p:cNvPr>
          <p:cNvSpPr/>
          <p:nvPr/>
        </p:nvSpPr>
        <p:spPr>
          <a:xfrm>
            <a:off x="348343" y="110042"/>
            <a:ext cx="5273040" cy="1191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rgbClr val="8D21EF"/>
              </a:gs>
              <a:gs pos="100000">
                <a:srgbClr val="8D21EF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6" name="Obdĺžnik 55">
            <a:extLst>
              <a:ext uri="{FF2B5EF4-FFF2-40B4-BE49-F238E27FC236}">
                <a16:creationId xmlns:a16="http://schemas.microsoft.com/office/drawing/2014/main" id="{C03AD5CA-553E-A8ED-F12E-1415EBEF1E6E}"/>
              </a:ext>
            </a:extLst>
          </p:cNvPr>
          <p:cNvSpPr/>
          <p:nvPr/>
        </p:nvSpPr>
        <p:spPr>
          <a:xfrm>
            <a:off x="348343" y="330542"/>
            <a:ext cx="3390537" cy="78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8D21EF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9" name="Obdĺžnik 58">
            <a:extLst>
              <a:ext uri="{FF2B5EF4-FFF2-40B4-BE49-F238E27FC236}">
                <a16:creationId xmlns:a16="http://schemas.microsoft.com/office/drawing/2014/main" id="{C0AA0D57-51E9-75CF-2963-1CE4F92C3DBC}"/>
              </a:ext>
            </a:extLst>
          </p:cNvPr>
          <p:cNvSpPr/>
          <p:nvPr/>
        </p:nvSpPr>
        <p:spPr>
          <a:xfrm>
            <a:off x="0" y="0"/>
            <a:ext cx="348343" cy="6858000"/>
          </a:xfrm>
          <a:prstGeom prst="rect">
            <a:avLst/>
          </a:prstGeom>
          <a:gradFill flip="none" rotWithShape="1">
            <a:gsLst>
              <a:gs pos="0">
                <a:srgbClr val="AE41F1"/>
              </a:gs>
              <a:gs pos="76000">
                <a:srgbClr val="8D21EF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322321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dĺžnik 50">
            <a:extLst>
              <a:ext uri="{FF2B5EF4-FFF2-40B4-BE49-F238E27FC236}">
                <a16:creationId xmlns:a16="http://schemas.microsoft.com/office/drawing/2014/main" id="{90B237A9-C551-66BA-5A6A-32A215ABA50D}"/>
              </a:ext>
            </a:extLst>
          </p:cNvPr>
          <p:cNvSpPr/>
          <p:nvPr/>
        </p:nvSpPr>
        <p:spPr>
          <a:xfrm>
            <a:off x="262890" y="0"/>
            <a:ext cx="1192911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6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47" name="Obrázok 46" descr="Obrázok, na ktorom je pixel, snímka obrazovky, pestrofarebnosť&#10;&#10;Obsah vygenerovaný umelou inteligenciou môže byť nesprávny.">
            <a:extLst>
              <a:ext uri="{FF2B5EF4-FFF2-40B4-BE49-F238E27FC236}">
                <a16:creationId xmlns:a16="http://schemas.microsoft.com/office/drawing/2014/main" id="{579F10A7-1900-7817-C54B-3662C17EE7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"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437" y="2775578"/>
            <a:ext cx="2934726" cy="5030959"/>
          </a:xfrm>
          <a:prstGeom prst="rect">
            <a:avLst/>
          </a:prstGeom>
          <a:noFill/>
          <a:effectLst/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69A3730-FE8A-DEFF-4723-3BF93072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>
                <a:solidFill>
                  <a:srgbClr val="0046C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Wolfenstein</a:t>
            </a:r>
            <a:r>
              <a:rPr lang="sk-SK" b="1" dirty="0">
                <a:solidFill>
                  <a:srgbClr val="0046C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3D: </a:t>
            </a:r>
            <a:r>
              <a:rPr lang="sk-SK" b="1" dirty="0" err="1">
                <a:solidFill>
                  <a:srgbClr val="0046C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primer</a:t>
            </a:r>
            <a:r>
              <a:rPr lang="sk-SK" b="1" dirty="0">
                <a:solidFill>
                  <a:srgbClr val="0046C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FPS</a:t>
            </a:r>
          </a:p>
        </p:txBody>
      </p:sp>
      <p:pic>
        <p:nvPicPr>
          <p:cNvPr id="44" name="Obrázok 43" descr="Obrázok, na ktorom je štvorec, snímka obrazovky, dizajn, pixel&#10;&#10;Obsah vygenerovaný umelou inteligenciou môže byť nesprávny.">
            <a:extLst>
              <a:ext uri="{FF2B5EF4-FFF2-40B4-BE49-F238E27FC236}">
                <a16:creationId xmlns:a16="http://schemas.microsoft.com/office/drawing/2014/main" id="{22F9B272-6320-AC0D-4C04-D703A4BF1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27" y="3429000"/>
            <a:ext cx="4949133" cy="1905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6" name="Obrázok 45" descr="Obrázok, na ktorom je text, počítačová hra, herný softvér, snímka obrazovky&#10;&#10;Obsah vygenerovaný umelou inteligenciou môže byť nesprávny.">
            <a:extLst>
              <a:ext uri="{FF2B5EF4-FFF2-40B4-BE49-F238E27FC236}">
                <a16:creationId xmlns:a16="http://schemas.microsoft.com/office/drawing/2014/main" id="{710CF0E5-EC1F-1B76-ED60-BB2498EDC7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63" y="1962605"/>
            <a:ext cx="3709025" cy="2317283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49" name="Zástupný objekt pre obsah 48">
            <a:extLst>
              <a:ext uri="{FF2B5EF4-FFF2-40B4-BE49-F238E27FC236}">
                <a16:creationId xmlns:a16="http://schemas.microsoft.com/office/drawing/2014/main" id="{F5660E75-687A-E90E-F8DB-C72D4D2D1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lang="sk-SK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primer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videojuego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FPS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utilizó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raycasting</a:t>
            </a:r>
            <a:endParaRPr lang="sk-SK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Obdĺžnik 49">
            <a:extLst>
              <a:ext uri="{FF2B5EF4-FFF2-40B4-BE49-F238E27FC236}">
                <a16:creationId xmlns:a16="http://schemas.microsoft.com/office/drawing/2014/main" id="{0A8C268D-D250-E3E7-C5DD-E91B10AE6BD6}"/>
              </a:ext>
            </a:extLst>
          </p:cNvPr>
          <p:cNvSpPr/>
          <p:nvPr/>
        </p:nvSpPr>
        <p:spPr>
          <a:xfrm>
            <a:off x="0" y="0"/>
            <a:ext cx="348343" cy="6858000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76000">
                <a:srgbClr val="0046C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pic>
        <p:nvPicPr>
          <p:cNvPr id="33" name="Obrázok 32" descr="Obrázok, na ktorom je snímka obrazovky, počítačová hra, herný softvér, animácia&#10;&#10;Obsah vygenerovaný umelou inteligenciou môže byť nesprávny.">
            <a:extLst>
              <a:ext uri="{FF2B5EF4-FFF2-40B4-BE49-F238E27FC236}">
                <a16:creationId xmlns:a16="http://schemas.microsoft.com/office/drawing/2014/main" id="{3554FDEA-E585-382D-4778-8B79D8E7DA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6289" y="676552"/>
            <a:ext cx="3523394" cy="2202121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</p:pic>
      <p:pic>
        <p:nvPicPr>
          <p:cNvPr id="45" name="Obrázok 44" descr="Obrázok, na ktorom je počítačová hra, herný softvér, snímka obrazovky, text&#10;&#10;Obsah vygenerovaný umelou inteligenciou môže byť nesprávny.">
            <a:extLst>
              <a:ext uri="{FF2B5EF4-FFF2-40B4-BE49-F238E27FC236}">
                <a16:creationId xmlns:a16="http://schemas.microsoft.com/office/drawing/2014/main" id="{2CF7E263-ADCB-5B13-B1DE-01413A6BB7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101" y="3979328"/>
            <a:ext cx="3185566" cy="2393527"/>
          </a:xfrm>
          <a:prstGeom prst="rect">
            <a:avLst/>
          </a:prstGeom>
          <a:ln>
            <a:noFill/>
          </a:ln>
          <a:effectLst>
            <a:outerShdw blurRad="127000" dist="38100" dir="2700000" algn="ctr">
              <a:schemeClr val="tx1"/>
            </a:outerShdw>
            <a:softEdge rad="0"/>
          </a:effectLst>
        </p:spPr>
      </p:pic>
      <p:sp>
        <p:nvSpPr>
          <p:cNvPr id="53" name="Obdĺžnik 52">
            <a:extLst>
              <a:ext uri="{FF2B5EF4-FFF2-40B4-BE49-F238E27FC236}">
                <a16:creationId xmlns:a16="http://schemas.microsoft.com/office/drawing/2014/main" id="{B96A76BA-3733-C606-B182-B89BD7FBB642}"/>
              </a:ext>
            </a:extLst>
          </p:cNvPr>
          <p:cNvSpPr/>
          <p:nvPr/>
        </p:nvSpPr>
        <p:spPr>
          <a:xfrm>
            <a:off x="348343" y="110042"/>
            <a:ext cx="5273040" cy="1191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rgbClr val="0046C4"/>
              </a:gs>
              <a:gs pos="100000">
                <a:srgbClr val="0046C4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4" name="Obdĺžnik 53">
            <a:extLst>
              <a:ext uri="{FF2B5EF4-FFF2-40B4-BE49-F238E27FC236}">
                <a16:creationId xmlns:a16="http://schemas.microsoft.com/office/drawing/2014/main" id="{78C22422-2C78-DD55-72D8-8FED5A86335A}"/>
              </a:ext>
            </a:extLst>
          </p:cNvPr>
          <p:cNvSpPr/>
          <p:nvPr/>
        </p:nvSpPr>
        <p:spPr>
          <a:xfrm>
            <a:off x="348343" y="330542"/>
            <a:ext cx="3390537" cy="78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0046C4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4955876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ĺžnik 8">
            <a:extLst>
              <a:ext uri="{FF2B5EF4-FFF2-40B4-BE49-F238E27FC236}">
                <a16:creationId xmlns:a16="http://schemas.microsoft.com/office/drawing/2014/main" id="{0716B575-0A87-A106-8F2A-C07777B20990}"/>
              </a:ext>
            </a:extLst>
          </p:cNvPr>
          <p:cNvSpPr/>
          <p:nvPr/>
        </p:nvSpPr>
        <p:spPr>
          <a:xfrm>
            <a:off x="262890" y="0"/>
            <a:ext cx="1192911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6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4" name="Obdĺžnik 13">
            <a:extLst>
              <a:ext uri="{FF2B5EF4-FFF2-40B4-BE49-F238E27FC236}">
                <a16:creationId xmlns:a16="http://schemas.microsoft.com/office/drawing/2014/main" id="{AAB43C93-AFF7-FA29-6DE3-424E490DC43E}"/>
              </a:ext>
            </a:extLst>
          </p:cNvPr>
          <p:cNvSpPr/>
          <p:nvPr/>
        </p:nvSpPr>
        <p:spPr>
          <a:xfrm>
            <a:off x="348343" y="110042"/>
            <a:ext cx="5273040" cy="1191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rgbClr val="01B5ED"/>
              </a:gs>
              <a:gs pos="100000">
                <a:srgbClr val="01B5ED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5" name="Obdĺžnik 14">
            <a:extLst>
              <a:ext uri="{FF2B5EF4-FFF2-40B4-BE49-F238E27FC236}">
                <a16:creationId xmlns:a16="http://schemas.microsoft.com/office/drawing/2014/main" id="{801B57A9-C8D5-240B-016A-7342AB98BF2E}"/>
              </a:ext>
            </a:extLst>
          </p:cNvPr>
          <p:cNvSpPr/>
          <p:nvPr/>
        </p:nvSpPr>
        <p:spPr>
          <a:xfrm>
            <a:off x="348343" y="330542"/>
            <a:ext cx="3390537" cy="78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01B5ED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6" name="Obdĺžnik 15">
            <a:extLst>
              <a:ext uri="{FF2B5EF4-FFF2-40B4-BE49-F238E27FC236}">
                <a16:creationId xmlns:a16="http://schemas.microsoft.com/office/drawing/2014/main" id="{19E4A788-E9BD-1E47-C028-1126F6E273CC}"/>
              </a:ext>
            </a:extLst>
          </p:cNvPr>
          <p:cNvSpPr/>
          <p:nvPr/>
        </p:nvSpPr>
        <p:spPr>
          <a:xfrm>
            <a:off x="0" y="0"/>
            <a:ext cx="34834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76000">
                <a:srgbClr val="01B5ED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9814DCD-33DF-8C46-3BD8-20EC7AA86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1B5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Introducción a los motores DOOM y Build</a:t>
            </a:r>
            <a:endParaRPr lang="sk-SK" b="1" dirty="0">
              <a:solidFill>
                <a:srgbClr val="01B5E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84863D1-41FD-F8C9-4456-21C4D73E1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3356"/>
            <a:ext cx="10515600" cy="44736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motores DOOM y Build cambiaron los videojuegos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Fueron muy importantes en los años noventa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Mostraban mundos 3D en ordenadores lentos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Todavía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BSP</a:t>
            </a:r>
          </a:p>
        </p:txBody>
      </p:sp>
      <p:pic>
        <p:nvPicPr>
          <p:cNvPr id="10" name="Obrázok 9" descr="Obrázok, na ktorom je počítačová hra, snímka obrazovky, dobrodružno-akčná hra, herný softvér&#10;&#10;Obsah vygenerovaný umelou inteligenciou môže byť nesprávny.">
            <a:extLst>
              <a:ext uri="{FF2B5EF4-FFF2-40B4-BE49-F238E27FC236}">
                <a16:creationId xmlns:a16="http://schemas.microsoft.com/office/drawing/2014/main" id="{7982A6E5-7A76-438E-D203-54F86A0F0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7127">
            <a:off x="4191963" y="4043041"/>
            <a:ext cx="3383558" cy="22801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Obrázok 40" descr="Obrázok, na ktorom je počítačová hra, snímka obrazovky, herný softvér, digitálne komponovanie&#10;&#10;Obsah vygenerovaný umelou inteligenciou môže byť nesprávny.">
            <a:extLst>
              <a:ext uri="{FF2B5EF4-FFF2-40B4-BE49-F238E27FC236}">
                <a16:creationId xmlns:a16="http://schemas.microsoft.com/office/drawing/2014/main" id="{D5345512-2816-5112-1908-AD5A63B0E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36294">
            <a:off x="7680865" y="4268264"/>
            <a:ext cx="3664800" cy="20417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Obrázok 4" descr="Obrázok, na ktorom je počítačová hra, herný softvér, snímka obrazovky, animák&#10;&#10;Obsah vygenerovaný umelou inteligenciou môže byť nesprávny.">
            <a:extLst>
              <a:ext uri="{FF2B5EF4-FFF2-40B4-BE49-F238E27FC236}">
                <a16:creationId xmlns:a16="http://schemas.microsoft.com/office/drawing/2014/main" id="{F7A77057-DA2E-85D8-B4EF-512CED41DE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70931">
            <a:off x="888210" y="4134151"/>
            <a:ext cx="3391290" cy="21509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Obrázok 6" descr="Obrázok, na ktorom je počítačová hra, snímka obrazovky, digitálne komponovanie, herný softvér&#10;&#10;Obsah vygenerovaný umelou inteligenciou môže byť nesprávny.">
            <a:extLst>
              <a:ext uri="{FF2B5EF4-FFF2-40B4-BE49-F238E27FC236}">
                <a16:creationId xmlns:a16="http://schemas.microsoft.com/office/drawing/2014/main" id="{1354DBD0-03AD-30FE-2AFA-9522BB04EA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75899">
            <a:off x="8323224" y="1990362"/>
            <a:ext cx="3418145" cy="21767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291432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ĺžnik 7">
            <a:extLst>
              <a:ext uri="{FF2B5EF4-FFF2-40B4-BE49-F238E27FC236}">
                <a16:creationId xmlns:a16="http://schemas.microsoft.com/office/drawing/2014/main" id="{A5187432-07E7-2702-E23A-3005B8E05BB1}"/>
              </a:ext>
            </a:extLst>
          </p:cNvPr>
          <p:cNvSpPr/>
          <p:nvPr/>
        </p:nvSpPr>
        <p:spPr>
          <a:xfrm>
            <a:off x="262890" y="0"/>
            <a:ext cx="1192911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6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9" name="Obdĺžnik 18">
            <a:extLst>
              <a:ext uri="{FF2B5EF4-FFF2-40B4-BE49-F238E27FC236}">
                <a16:creationId xmlns:a16="http://schemas.microsoft.com/office/drawing/2014/main" id="{1F7454B5-95C3-B1D6-FFBA-735E4FCC0FA3}"/>
              </a:ext>
            </a:extLst>
          </p:cNvPr>
          <p:cNvSpPr/>
          <p:nvPr/>
        </p:nvSpPr>
        <p:spPr>
          <a:xfrm>
            <a:off x="348343" y="110042"/>
            <a:ext cx="5273040" cy="1191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rgbClr val="CB0F3C"/>
              </a:gs>
              <a:gs pos="100000">
                <a:srgbClr val="CB0F3C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0" name="Obdĺžnik 19">
            <a:extLst>
              <a:ext uri="{FF2B5EF4-FFF2-40B4-BE49-F238E27FC236}">
                <a16:creationId xmlns:a16="http://schemas.microsoft.com/office/drawing/2014/main" id="{80DCE7DA-C753-BDD4-807F-B1D76F822978}"/>
              </a:ext>
            </a:extLst>
          </p:cNvPr>
          <p:cNvSpPr/>
          <p:nvPr/>
        </p:nvSpPr>
        <p:spPr>
          <a:xfrm>
            <a:off x="348343" y="330542"/>
            <a:ext cx="3390537" cy="78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CB0F3C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1" name="Obdĺžnik 20">
            <a:extLst>
              <a:ext uri="{FF2B5EF4-FFF2-40B4-BE49-F238E27FC236}">
                <a16:creationId xmlns:a16="http://schemas.microsoft.com/office/drawing/2014/main" id="{0C0913AE-1510-528E-AD89-DDF59C0698EE}"/>
              </a:ext>
            </a:extLst>
          </p:cNvPr>
          <p:cNvSpPr/>
          <p:nvPr/>
        </p:nvSpPr>
        <p:spPr>
          <a:xfrm>
            <a:off x="0" y="0"/>
            <a:ext cx="348343" cy="6858000"/>
          </a:xfrm>
          <a:prstGeom prst="rect">
            <a:avLst/>
          </a:prstGeom>
          <a:gradFill flip="none" rotWithShape="1">
            <a:gsLst>
              <a:gs pos="0">
                <a:srgbClr val="EF2D5B"/>
              </a:gs>
              <a:gs pos="76000">
                <a:srgbClr val="CB0F3C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13" name="Obrázok 12" descr="Obrázok, na ktorom je animák, brnenie&#10;&#10;Obsah vygenerovaný umelou inteligenciou môže byť nesprávny.">
            <a:extLst>
              <a:ext uri="{FF2B5EF4-FFF2-40B4-BE49-F238E27FC236}">
                <a16:creationId xmlns:a16="http://schemas.microsoft.com/office/drawing/2014/main" id="{9B64932F-DB69-4F3B-B4C8-F2A850A6290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744" y="410151"/>
            <a:ext cx="3429000" cy="5572125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7B2680D-3DE0-BE23-4B34-7A8FDF177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>
                <a:solidFill>
                  <a:srgbClr val="CB0F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motor DOOM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B8E1EE4-FF1C-A11E-9D85-4F7BDDA95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14"/>
            <a:ext cx="10515600" cy="44642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Creado por </a:t>
            </a: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 Software 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1993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Optimizado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BSP</a:t>
            </a:r>
            <a:endParaRPr lang="es-E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Funciona bien en ordenadores lentos</a:t>
            </a:r>
            <a:endParaRPr lang="sk-SK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3" name="Obrázok 42" descr="Obrázok, na ktorom je počítačová hra, herný softvér, snímka obrazovky, dobrodružná hra&#10;&#10;Obsah vygenerovaný umelou inteligenciou môže byť nesprávny.">
            <a:extLst>
              <a:ext uri="{FF2B5EF4-FFF2-40B4-BE49-F238E27FC236}">
                <a16:creationId xmlns:a16="http://schemas.microsoft.com/office/drawing/2014/main" id="{F1EC333D-FF51-45E5-217F-9DF032FB8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3130">
            <a:off x="8616500" y="3480852"/>
            <a:ext cx="3036466" cy="22235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Obrázok 3" descr="Obrázok, na ktorom je snímka obrazovky, počítačová hra, herný softvér, 3d modelovanie&#10;&#10;Obsah vygenerovaný umelou inteligenciou môže byť nesprávny.">
            <a:extLst>
              <a:ext uri="{FF2B5EF4-FFF2-40B4-BE49-F238E27FC236}">
                <a16:creationId xmlns:a16="http://schemas.microsoft.com/office/drawing/2014/main" id="{E3FBCC98-E52C-0356-E390-00DD0AFBA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92607">
            <a:off x="8221683" y="660170"/>
            <a:ext cx="3429000" cy="24214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Obrázok 5" descr="Obrázok, na ktorom je počítačová hra, snímka obrazovky, herný softvér, animák&#10;&#10;Obsah vygenerovaný umelou inteligenciou môže byť nesprávny.">
            <a:extLst>
              <a:ext uri="{FF2B5EF4-FFF2-40B4-BE49-F238E27FC236}">
                <a16:creationId xmlns:a16="http://schemas.microsoft.com/office/drawing/2014/main" id="{9D206895-C1C0-2B22-1704-97218805E1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63283">
            <a:off x="5412832" y="4017707"/>
            <a:ext cx="3453627" cy="2227942"/>
          </a:xfrm>
          <a:prstGeom prst="rect">
            <a:avLst/>
          </a:prstGeom>
        </p:spPr>
      </p:pic>
      <p:pic>
        <p:nvPicPr>
          <p:cNvPr id="11" name="Obrázok 10" descr="Obrázok, na ktorom je text, písmo, grafika, grafický dizajn&#10;&#10;Obsah vygenerovaný umelou inteligenciou môže byť nesprávny.">
            <a:extLst>
              <a:ext uri="{FF2B5EF4-FFF2-40B4-BE49-F238E27FC236}">
                <a16:creationId xmlns:a16="http://schemas.microsoft.com/office/drawing/2014/main" id="{33BF800F-A4D5-962F-C6D2-9F048C0D63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5039"/>
            <a:ext cx="3539490" cy="2212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8006255"/>
      </p:ext>
    </p:extLst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dĺžnik 11">
            <a:extLst>
              <a:ext uri="{FF2B5EF4-FFF2-40B4-BE49-F238E27FC236}">
                <a16:creationId xmlns:a16="http://schemas.microsoft.com/office/drawing/2014/main" id="{E3E3FA50-C278-1CB4-F909-D97EAD752DDE}"/>
              </a:ext>
            </a:extLst>
          </p:cNvPr>
          <p:cNvSpPr/>
          <p:nvPr/>
        </p:nvSpPr>
        <p:spPr>
          <a:xfrm>
            <a:off x="262890" y="0"/>
            <a:ext cx="1192911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6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380D4B-0D7B-E892-EE53-B4D4625A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>
                <a:solidFill>
                  <a:srgbClr val="CC4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motor </a:t>
            </a:r>
            <a:r>
              <a:rPr lang="sk-SK" b="1" dirty="0" err="1">
                <a:solidFill>
                  <a:srgbClr val="CC4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</a:t>
            </a:r>
            <a:endParaRPr lang="sk-SK" b="1" dirty="0">
              <a:solidFill>
                <a:srgbClr val="CC49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Zástupný objekt pre obsah 5" descr="Obrázok, na ktorom je text, písmo, grafika, grafický dizajn&#10;&#10;Obsah vygenerovaný umelou inteligenciou môže byť nesprávny.">
            <a:extLst>
              <a:ext uri="{FF2B5EF4-FFF2-40B4-BE49-F238E27FC236}">
                <a16:creationId xmlns:a16="http://schemas.microsoft.com/office/drawing/2014/main" id="{D7451326-AE65-FD07-2155-C191D3933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106" y="2569198"/>
            <a:ext cx="3490361" cy="1707125"/>
          </a:xfrm>
        </p:spPr>
      </p:pic>
      <p:pic>
        <p:nvPicPr>
          <p:cNvPr id="37" name="Obrázok 36" descr="Obrázok, na ktorom je dizajn&#10;&#10;Obsah vygenerovaný umelou inteligenciou môže byť nesprávny.">
            <a:extLst>
              <a:ext uri="{FF2B5EF4-FFF2-40B4-BE49-F238E27FC236}">
                <a16:creationId xmlns:a16="http://schemas.microsoft.com/office/drawing/2014/main" id="{64DC6A8F-5033-76A8-20BD-0BBF9AEE3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706" y="3811857"/>
            <a:ext cx="1983438" cy="2009542"/>
          </a:xfrm>
          <a:prstGeom prst="rect">
            <a:avLst/>
          </a:prstGeom>
        </p:spPr>
      </p:pic>
      <p:pic>
        <p:nvPicPr>
          <p:cNvPr id="15" name="Obrázok 14" descr="Obrázok, na ktorom je snímka obrazovky, zbraň, strelná zbraň, herný softvér&#10;&#10;Obsah vygenerovaný umelou inteligenciou môže byť nesprávny.">
            <a:extLst>
              <a:ext uri="{FF2B5EF4-FFF2-40B4-BE49-F238E27FC236}">
                <a16:creationId xmlns:a16="http://schemas.microsoft.com/office/drawing/2014/main" id="{7ADB9061-0D17-0E82-AA17-E0F4A554D8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5552">
            <a:off x="8829070" y="4164706"/>
            <a:ext cx="2733205" cy="20499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Obrázok 20" descr="Obrázok, na ktorom je čierny, temnota, mesiac, noc&#10;&#10;Obsah vygenerovaný umelou inteligenciou môže byť nesprávny.">
            <a:extLst>
              <a:ext uri="{FF2B5EF4-FFF2-40B4-BE49-F238E27FC236}">
                <a16:creationId xmlns:a16="http://schemas.microsoft.com/office/drawing/2014/main" id="{F9A1257B-1CC8-F4D0-E339-347210343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73628"/>
            <a:ext cx="2695680" cy="2286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Zástupný objekt pre obsah 2">
            <a:extLst>
              <a:ext uri="{FF2B5EF4-FFF2-40B4-BE49-F238E27FC236}">
                <a16:creationId xmlns:a16="http://schemas.microsoft.com/office/drawing/2014/main" id="{3F3D8C50-52C8-9A0A-69D4-504C5FD22F0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Creado por </a:t>
            </a: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Ken Silverman 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1995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Optimizado con </a:t>
            </a: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sectores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Duke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Nukem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sk-SK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Blood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sk-SK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Obrázok 4" descr="Obrázok, na ktorom je snímka obrazovky, umenie, štvorec&#10;&#10;Obsah vygenerovaný umelou inteligenciou môže byť nesprávny.">
            <a:extLst>
              <a:ext uri="{FF2B5EF4-FFF2-40B4-BE49-F238E27FC236}">
                <a16:creationId xmlns:a16="http://schemas.microsoft.com/office/drawing/2014/main" id="{AABDF842-3523-BE3A-DD0A-A9B568E09A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49903">
            <a:off x="6198785" y="602535"/>
            <a:ext cx="3000661" cy="18761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Obrázok 26" descr="Obrázok, na ktorom je snímka obrazovky, počítačová hra, herný softvér, digitálne komponovanie&#10;&#10;Obsah vygenerovaný umelou inteligenciou môže byť nesprávny.">
            <a:extLst>
              <a:ext uri="{FF2B5EF4-FFF2-40B4-BE49-F238E27FC236}">
                <a16:creationId xmlns:a16="http://schemas.microsoft.com/office/drawing/2014/main" id="{CADC37CB-8E4B-9343-8ED2-CFD239062D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0675">
            <a:off x="8827214" y="565030"/>
            <a:ext cx="2831803" cy="21238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Obrázok 40" descr="Obrázok, na ktorom je počítačová hra, snímka obrazovky, herný softvér, strategická videohra&#10;&#10;Obsah vygenerovaný umelou inteligenciou môže byť nesprávny.">
            <a:extLst>
              <a:ext uri="{FF2B5EF4-FFF2-40B4-BE49-F238E27FC236}">
                <a16:creationId xmlns:a16="http://schemas.microsoft.com/office/drawing/2014/main" id="{4614A3BB-F54F-C086-AAD9-B3BD7B8776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9864">
            <a:off x="6331498" y="4208422"/>
            <a:ext cx="2726369" cy="20379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Obdĺžnik 16">
            <a:extLst>
              <a:ext uri="{FF2B5EF4-FFF2-40B4-BE49-F238E27FC236}">
                <a16:creationId xmlns:a16="http://schemas.microsoft.com/office/drawing/2014/main" id="{55DDC7F7-E9E2-2F27-55EE-D907DE12FC94}"/>
              </a:ext>
            </a:extLst>
          </p:cNvPr>
          <p:cNvSpPr/>
          <p:nvPr/>
        </p:nvSpPr>
        <p:spPr>
          <a:xfrm>
            <a:off x="348343" y="110042"/>
            <a:ext cx="5273040" cy="1191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rgbClr val="CC4900"/>
              </a:gs>
              <a:gs pos="100000">
                <a:srgbClr val="CC4900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8" name="Obdĺžnik 17">
            <a:extLst>
              <a:ext uri="{FF2B5EF4-FFF2-40B4-BE49-F238E27FC236}">
                <a16:creationId xmlns:a16="http://schemas.microsoft.com/office/drawing/2014/main" id="{E563C779-7F49-CDC0-0AAB-3913976E1E66}"/>
              </a:ext>
            </a:extLst>
          </p:cNvPr>
          <p:cNvSpPr/>
          <p:nvPr/>
        </p:nvSpPr>
        <p:spPr>
          <a:xfrm>
            <a:off x="348343" y="330542"/>
            <a:ext cx="3390537" cy="78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CC4900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9" name="Obdĺžnik 18">
            <a:extLst>
              <a:ext uri="{FF2B5EF4-FFF2-40B4-BE49-F238E27FC236}">
                <a16:creationId xmlns:a16="http://schemas.microsoft.com/office/drawing/2014/main" id="{886A32A6-8637-A34D-2C34-EB549DB93C52}"/>
              </a:ext>
            </a:extLst>
          </p:cNvPr>
          <p:cNvSpPr/>
          <p:nvPr/>
        </p:nvSpPr>
        <p:spPr>
          <a:xfrm>
            <a:off x="0" y="0"/>
            <a:ext cx="348343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6000">
                <a:srgbClr val="CC49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83663375"/>
      </p:ext>
    </p:extLst>
  </p:cSld>
  <p:clrMapOvr>
    <a:masterClrMapping/>
  </p:clrMapOvr>
  <p:transition spd="slow">
    <p:push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ĺžnik 5">
            <a:extLst>
              <a:ext uri="{FF2B5EF4-FFF2-40B4-BE49-F238E27FC236}">
                <a16:creationId xmlns:a16="http://schemas.microsoft.com/office/drawing/2014/main" id="{A9C762A4-2550-D8AE-DF1F-7A66D00B04C1}"/>
              </a:ext>
            </a:extLst>
          </p:cNvPr>
          <p:cNvSpPr/>
          <p:nvPr/>
        </p:nvSpPr>
        <p:spPr>
          <a:xfrm>
            <a:off x="262890" y="0"/>
            <a:ext cx="1192911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6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027327D-CDA1-2D90-51A9-3CA06F7F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>
                <a:solidFill>
                  <a:srgbClr val="D69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Trinity</a:t>
            </a:r>
            <a:r>
              <a:rPr lang="sk-SK" b="1" dirty="0">
                <a:solidFill>
                  <a:srgbClr val="D69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mi motor </a:t>
            </a:r>
            <a:r>
              <a:rPr lang="sk-SK" b="1" dirty="0" err="1">
                <a:solidFill>
                  <a:srgbClr val="D69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estilo</a:t>
            </a:r>
            <a:r>
              <a:rPr lang="sk-SK" b="1" dirty="0">
                <a:solidFill>
                  <a:srgbClr val="D69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b="1" dirty="0" err="1">
                <a:solidFill>
                  <a:srgbClr val="D69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</a:t>
            </a:r>
            <a:endParaRPr lang="sk-SK" b="1" dirty="0">
              <a:solidFill>
                <a:srgbClr val="D699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25B8B57-FC4D-F2CC-1B52-0294E85F0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Trinity es un motor de videojuegos retro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enfoca en la eficiencia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Permite geometr</a:t>
            </a:r>
            <a:r>
              <a:rPr lang="sk-SK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no euclidiana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2400" b="1" u="sng" dirty="0">
                <a:solidFill>
                  <a:srgbClr val="D69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https://lordoftrident.github.io/blogs/trinity-part-1/</a:t>
            </a:r>
            <a:endParaRPr lang="sk-SK" sz="2400" b="1" u="sng" dirty="0">
              <a:solidFill>
                <a:srgbClr val="D699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Obrázok 12" descr="Obrázok, na ktorom je pestrofarebnosť, grafika, umenie, kreativita&#10;&#10;Obsah vygenerovaný umelou inteligenciou môže byť nesprávny.">
            <a:extLst>
              <a:ext uri="{FF2B5EF4-FFF2-40B4-BE49-F238E27FC236}">
                <a16:creationId xmlns:a16="http://schemas.microsoft.com/office/drawing/2014/main" id="{3C5392DE-982D-58DF-028D-ABBD2C876EF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62352">
            <a:off x="5475762" y="2417593"/>
            <a:ext cx="5098042" cy="5157111"/>
          </a:xfrm>
          <a:prstGeom prst="rect">
            <a:avLst/>
          </a:prstGeom>
        </p:spPr>
      </p:pic>
      <p:pic>
        <p:nvPicPr>
          <p:cNvPr id="29" name="Obrázok 28" descr="Obrázok, na ktorom je oblak, nebo, snímka obrazovky, počítačová hra&#10;&#10;Obsah vygenerovaný umelou inteligenciou môže byť nesprávny.">
            <a:extLst>
              <a:ext uri="{FF2B5EF4-FFF2-40B4-BE49-F238E27FC236}">
                <a16:creationId xmlns:a16="http://schemas.microsoft.com/office/drawing/2014/main" id="{85476F71-5055-D4E1-4B08-97E474BB9C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38327">
            <a:off x="8323243" y="4021434"/>
            <a:ext cx="3399478" cy="2119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Obrázok 26" descr="Obrázok, na ktorom je nebo, oblak, snímka obrazovky, dom&#10;&#10;Obsah vygenerovaný umelou inteligenciou môže byť nesprávny.">
            <a:extLst>
              <a:ext uri="{FF2B5EF4-FFF2-40B4-BE49-F238E27FC236}">
                <a16:creationId xmlns:a16="http://schemas.microsoft.com/office/drawing/2014/main" id="{DCAB79CE-A690-1A97-2259-F047B6CF22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20627">
            <a:off x="8173222" y="748193"/>
            <a:ext cx="3513768" cy="21115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Obrázok 22" descr="Obrázok, na ktorom je snímka obrazovky, vizitka, grafický dizajn, grafika&#10;&#10;Obsah vygenerovaný umelou inteligenciou môže byť nesprávny.">
            <a:extLst>
              <a:ext uri="{FF2B5EF4-FFF2-40B4-BE49-F238E27FC236}">
                <a16:creationId xmlns:a16="http://schemas.microsoft.com/office/drawing/2014/main" id="{8F6EC7DE-5FAE-9AEA-DAAB-C22A417122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51441">
            <a:off x="8838178" y="2475614"/>
            <a:ext cx="2945457" cy="16568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Obrázok 18" descr="Obrázok, na ktorom je snímka obrazovky, vizitka&#10;&#10;Obsah vygenerovaný umelou inteligenciou môže byť nesprávny.">
            <a:extLst>
              <a:ext uri="{FF2B5EF4-FFF2-40B4-BE49-F238E27FC236}">
                <a16:creationId xmlns:a16="http://schemas.microsoft.com/office/drawing/2014/main" id="{D4B4CCFD-D432-A96B-03B5-5D22DE262A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29" y="3812749"/>
            <a:ext cx="3325378" cy="23489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Obrázok 16" descr="Obrázok, na ktorom je snímka obrazovky, čierny, čierno-biela, silueta&#10;&#10;Obsah vygenerovaný umelou inteligenciou môže byť nesprávny.">
            <a:extLst>
              <a:ext uri="{FF2B5EF4-FFF2-40B4-BE49-F238E27FC236}">
                <a16:creationId xmlns:a16="http://schemas.microsoft.com/office/drawing/2014/main" id="{02887EF6-3284-8A51-A69E-EB00154DFB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070" y="3813898"/>
            <a:ext cx="3325378" cy="2325771"/>
          </a:xfrm>
          <a:prstGeom prst="rect">
            <a:avLst/>
          </a:prstGeom>
        </p:spPr>
      </p:pic>
      <p:sp>
        <p:nvSpPr>
          <p:cNvPr id="7" name="Obdĺžnik 6">
            <a:extLst>
              <a:ext uri="{FF2B5EF4-FFF2-40B4-BE49-F238E27FC236}">
                <a16:creationId xmlns:a16="http://schemas.microsoft.com/office/drawing/2014/main" id="{C946D426-36CA-F501-8D26-F72BB4ECD951}"/>
              </a:ext>
            </a:extLst>
          </p:cNvPr>
          <p:cNvSpPr/>
          <p:nvPr/>
        </p:nvSpPr>
        <p:spPr>
          <a:xfrm>
            <a:off x="348343" y="110042"/>
            <a:ext cx="5273040" cy="1191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rgbClr val="D69900"/>
              </a:gs>
              <a:gs pos="100000">
                <a:srgbClr val="D69900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8" name="Obdĺžnik 7">
            <a:extLst>
              <a:ext uri="{FF2B5EF4-FFF2-40B4-BE49-F238E27FC236}">
                <a16:creationId xmlns:a16="http://schemas.microsoft.com/office/drawing/2014/main" id="{74A7F5E8-76DB-8640-AB0C-AF0FEB006468}"/>
              </a:ext>
            </a:extLst>
          </p:cNvPr>
          <p:cNvSpPr/>
          <p:nvPr/>
        </p:nvSpPr>
        <p:spPr>
          <a:xfrm>
            <a:off x="348343" y="330542"/>
            <a:ext cx="3390537" cy="78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D69900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AD38251B-CF33-1BB8-5E47-FFC9EBE9A447}"/>
              </a:ext>
            </a:extLst>
          </p:cNvPr>
          <p:cNvSpPr/>
          <p:nvPr/>
        </p:nvSpPr>
        <p:spPr>
          <a:xfrm>
            <a:off x="0" y="0"/>
            <a:ext cx="348343" cy="6858000"/>
          </a:xfrm>
          <a:prstGeom prst="rect">
            <a:avLst/>
          </a:prstGeom>
          <a:gradFill flip="none" rotWithShape="1">
            <a:gsLst>
              <a:gs pos="0">
                <a:srgbClr val="EED200"/>
              </a:gs>
              <a:gs pos="76000">
                <a:srgbClr val="D699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28898071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ĺžnik 4">
            <a:extLst>
              <a:ext uri="{FF2B5EF4-FFF2-40B4-BE49-F238E27FC236}">
                <a16:creationId xmlns:a16="http://schemas.microsoft.com/office/drawing/2014/main" id="{DD6BFAF0-8A5E-3B2D-6697-B1EE4D180CBA}"/>
              </a:ext>
            </a:extLst>
          </p:cNvPr>
          <p:cNvSpPr/>
          <p:nvPr/>
        </p:nvSpPr>
        <p:spPr>
          <a:xfrm>
            <a:off x="262890" y="0"/>
            <a:ext cx="1192911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6000">
                <a:schemeClr val="bg1"/>
              </a:gs>
              <a:gs pos="100000">
                <a:schemeClr val="bg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55E8608-38CD-0879-8462-444E66822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5445" y="982300"/>
            <a:ext cx="9144000" cy="1038905"/>
          </a:xfrm>
        </p:spPr>
        <p:txBody>
          <a:bodyPr/>
          <a:lstStyle/>
          <a:p>
            <a:r>
              <a:rPr lang="sk-SK" b="1" dirty="0" err="1">
                <a:solidFill>
                  <a:srgbClr val="07B1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Gracias</a:t>
            </a:r>
            <a:r>
              <a:rPr lang="sk-SK" b="1" dirty="0">
                <a:solidFill>
                  <a:srgbClr val="07B1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b="1" dirty="0" err="1">
                <a:solidFill>
                  <a:srgbClr val="07B1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sk-SK" b="1" dirty="0">
                <a:solidFill>
                  <a:srgbClr val="07B1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sk-SK" b="1" dirty="0" err="1">
                <a:solidFill>
                  <a:srgbClr val="07B1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atenció</a:t>
            </a:r>
            <a:r>
              <a:rPr lang="en-US" b="1" dirty="0">
                <a:solidFill>
                  <a:srgbClr val="07B1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endParaRPr lang="sk-SK" b="1" dirty="0">
              <a:solidFill>
                <a:srgbClr val="07B15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3" name="Obrázok 32" descr="Obrázok, na ktorom je animák, fiktívna postava, snímka obrazovky, animácia&#10;&#10;Obsah vygenerovaný umelou inteligenciou môže byť nesprávny.">
            <a:extLst>
              <a:ext uri="{FF2B5EF4-FFF2-40B4-BE49-F238E27FC236}">
                <a16:creationId xmlns:a16="http://schemas.microsoft.com/office/drawing/2014/main" id="{37BC575D-869E-CA96-6FA2-340109B18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336" y="2522899"/>
            <a:ext cx="4606218" cy="335280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571500" algn="tl" rotWithShape="0">
              <a:srgbClr val="000000">
                <a:alpha val="19000"/>
              </a:srgbClr>
            </a:outerShdw>
          </a:effectLst>
        </p:spPr>
      </p:pic>
      <p:pic>
        <p:nvPicPr>
          <p:cNvPr id="9" name="Obrázok 8" descr="Obrázok, na ktorom je animák, animácia, pixel&#10;&#10;Obsah vygenerovaný umelou inteligenciou môže byť nesprávny.">
            <a:extLst>
              <a:ext uri="{FF2B5EF4-FFF2-40B4-BE49-F238E27FC236}">
                <a16:creationId xmlns:a16="http://schemas.microsoft.com/office/drawing/2014/main" id="{E9017AFE-5347-039F-EF6F-16F2415FE1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2117" y="3003505"/>
            <a:ext cx="1880235" cy="2181840"/>
          </a:xfrm>
          <a:prstGeom prst="rect">
            <a:avLst/>
          </a:prstGeom>
        </p:spPr>
      </p:pic>
      <p:pic>
        <p:nvPicPr>
          <p:cNvPr id="11" name="Obrázok 10" descr="Obrázok, na ktorom je hračka, animák, robot&#10;&#10;Obsah vygenerovaný umelou inteligenciou môže byť nesprávny.">
            <a:extLst>
              <a:ext uri="{FF2B5EF4-FFF2-40B4-BE49-F238E27FC236}">
                <a16:creationId xmlns:a16="http://schemas.microsoft.com/office/drawing/2014/main" id="{819BCEDA-BCD3-8704-39C0-683198113B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48" y="3175863"/>
            <a:ext cx="2365992" cy="1837123"/>
          </a:xfrm>
          <a:prstGeom prst="rect">
            <a:avLst/>
          </a:prstGeom>
        </p:spPr>
      </p:pic>
      <p:sp>
        <p:nvSpPr>
          <p:cNvPr id="15" name="Obdĺžnik 14">
            <a:extLst>
              <a:ext uri="{FF2B5EF4-FFF2-40B4-BE49-F238E27FC236}">
                <a16:creationId xmlns:a16="http://schemas.microsoft.com/office/drawing/2014/main" id="{D38F158A-625D-6783-E8F8-F47007368679}"/>
              </a:ext>
            </a:extLst>
          </p:cNvPr>
          <p:cNvSpPr/>
          <p:nvPr/>
        </p:nvSpPr>
        <p:spPr>
          <a:xfrm>
            <a:off x="348343" y="110042"/>
            <a:ext cx="5273040" cy="1191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rgbClr val="07B15C"/>
              </a:gs>
              <a:gs pos="100000">
                <a:srgbClr val="07B15C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6" name="Obdĺžnik 15">
            <a:extLst>
              <a:ext uri="{FF2B5EF4-FFF2-40B4-BE49-F238E27FC236}">
                <a16:creationId xmlns:a16="http://schemas.microsoft.com/office/drawing/2014/main" id="{0672DBE5-0799-D5F4-E4FB-CA023D70DA6D}"/>
              </a:ext>
            </a:extLst>
          </p:cNvPr>
          <p:cNvSpPr/>
          <p:nvPr/>
        </p:nvSpPr>
        <p:spPr>
          <a:xfrm>
            <a:off x="348343" y="330542"/>
            <a:ext cx="3390537" cy="789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07B15C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7" name="Obdĺžnik 16">
            <a:extLst>
              <a:ext uri="{FF2B5EF4-FFF2-40B4-BE49-F238E27FC236}">
                <a16:creationId xmlns:a16="http://schemas.microsoft.com/office/drawing/2014/main" id="{A5D39EA8-4350-751B-098E-C40DDDD54ACE}"/>
              </a:ext>
            </a:extLst>
          </p:cNvPr>
          <p:cNvSpPr/>
          <p:nvPr/>
        </p:nvSpPr>
        <p:spPr>
          <a:xfrm>
            <a:off x="0" y="0"/>
            <a:ext cx="348343" cy="6858000"/>
          </a:xfrm>
          <a:prstGeom prst="rect">
            <a:avLst/>
          </a:prstGeom>
          <a:gradFill flip="none" rotWithShape="1">
            <a:gsLst>
              <a:gs pos="0">
                <a:srgbClr val="0BD352"/>
              </a:gs>
              <a:gs pos="76000">
                <a:srgbClr val="07B15C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3477100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135</Words>
  <Application>Microsoft Office PowerPoint</Application>
  <PresentationFormat>Širokouhlá</PresentationFormat>
  <Paragraphs>25</Paragraphs>
  <Slides>7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Wingdings</vt:lpstr>
      <vt:lpstr>Motív Office</vt:lpstr>
      <vt:lpstr>Motores de videojuegos FPS de los años 90</vt:lpstr>
      <vt:lpstr>Wolfenstein 3D: primer FPS</vt:lpstr>
      <vt:lpstr>Introducción a los motores DOOM y Build</vt:lpstr>
      <vt:lpstr>El motor DOOM</vt:lpstr>
      <vt:lpstr>El motor Build</vt:lpstr>
      <vt:lpstr>Trinity: mi motor estilo Build</vt:lpstr>
      <vt:lpstr>Gracias por la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Dušan Brozman</dc:creator>
  <cp:lastModifiedBy>Dušan Brozman</cp:lastModifiedBy>
  <cp:revision>1</cp:revision>
  <dcterms:created xsi:type="dcterms:W3CDTF">2025-04-14T14:41:22Z</dcterms:created>
  <dcterms:modified xsi:type="dcterms:W3CDTF">2025-04-14T18:11:19Z</dcterms:modified>
</cp:coreProperties>
</file>