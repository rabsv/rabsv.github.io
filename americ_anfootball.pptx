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15870-4016-4BAF-BF7C-EF016CF293E4}" v="1" dt="2025-12-17T17:04:05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šan Brozman" userId="8ff6f0f7c8daa242" providerId="LiveId" clId="{6BA6992C-F62E-46DF-90A2-1BD46E9E45BB}"/>
    <pc:docChg chg="undo custSel modSld">
      <pc:chgData name="Dušan Brozman" userId="8ff6f0f7c8daa242" providerId="LiveId" clId="{6BA6992C-F62E-46DF-90A2-1BD46E9E45BB}" dt="2025-12-17T17:05:40.207" v="37" actId="1076"/>
      <pc:docMkLst>
        <pc:docMk/>
      </pc:docMkLst>
      <pc:sldChg chg="addSp modSp mod">
        <pc:chgData name="Dušan Brozman" userId="8ff6f0f7c8daa242" providerId="LiveId" clId="{6BA6992C-F62E-46DF-90A2-1BD46E9E45BB}" dt="2025-12-17T17:05:40.207" v="37" actId="1076"/>
        <pc:sldMkLst>
          <pc:docMk/>
          <pc:sldMk cId="2116134431" sldId="257"/>
        </pc:sldMkLst>
        <pc:spChg chg="add mod">
          <ac:chgData name="Dušan Brozman" userId="8ff6f0f7c8daa242" providerId="LiveId" clId="{6BA6992C-F62E-46DF-90A2-1BD46E9E45BB}" dt="2025-12-17T17:05:09.431" v="19" actId="20577"/>
          <ac:spMkLst>
            <pc:docMk/>
            <pc:sldMk cId="2116134431" sldId="257"/>
            <ac:spMk id="3" creationId="{1A574F06-DA50-8357-3A7E-709025F658AD}"/>
          </ac:spMkLst>
        </pc:spChg>
        <pc:spChg chg="mod">
          <ac:chgData name="Dušan Brozman" userId="8ff6f0f7c8daa242" providerId="LiveId" clId="{6BA6992C-F62E-46DF-90A2-1BD46E9E45BB}" dt="2025-12-17T17:05:40.207" v="37" actId="1076"/>
          <ac:spMkLst>
            <pc:docMk/>
            <pc:sldMk cId="2116134431" sldId="257"/>
            <ac:spMk id="12" creationId="{8CF28D60-F965-5017-12A6-D4A8B049B94F}"/>
          </ac:spMkLst>
        </pc:spChg>
        <pc:spChg chg="mod">
          <ac:chgData name="Dušan Brozman" userId="8ff6f0f7c8daa242" providerId="LiveId" clId="{6BA6992C-F62E-46DF-90A2-1BD46E9E45BB}" dt="2025-12-17T17:05:40.207" v="37" actId="1076"/>
          <ac:spMkLst>
            <pc:docMk/>
            <pc:sldMk cId="2116134431" sldId="257"/>
            <ac:spMk id="13" creationId="{AC18F772-7C3C-7294-42A6-46A255FE60EE}"/>
          </ac:spMkLst>
        </pc:spChg>
        <pc:spChg chg="mod">
          <ac:chgData name="Dušan Brozman" userId="8ff6f0f7c8daa242" providerId="LiveId" clId="{6BA6992C-F62E-46DF-90A2-1BD46E9E45BB}" dt="2025-12-17T17:05:40.207" v="37" actId="1076"/>
          <ac:spMkLst>
            <pc:docMk/>
            <pc:sldMk cId="2116134431" sldId="257"/>
            <ac:spMk id="14" creationId="{56877BB9-4BAE-D6CA-B865-26505B087FFC}"/>
          </ac:spMkLst>
        </pc:spChg>
        <pc:spChg chg="mod">
          <ac:chgData name="Dušan Brozman" userId="8ff6f0f7c8daa242" providerId="LiveId" clId="{6BA6992C-F62E-46DF-90A2-1BD46E9E45BB}" dt="2025-12-17T17:05:40.207" v="37" actId="1076"/>
          <ac:spMkLst>
            <pc:docMk/>
            <pc:sldMk cId="2116134431" sldId="257"/>
            <ac:spMk id="15" creationId="{3273AA0F-163F-5C6C-5579-1DD683CDDFF3}"/>
          </ac:spMkLst>
        </pc:spChg>
        <pc:picChg chg="mod">
          <ac:chgData name="Dušan Brozman" userId="8ff6f0f7c8daa242" providerId="LiveId" clId="{6BA6992C-F62E-46DF-90A2-1BD46E9E45BB}" dt="2025-12-17T17:05:40.207" v="37" actId="1076"/>
          <ac:picMkLst>
            <pc:docMk/>
            <pc:sldMk cId="2116134431" sldId="257"/>
            <ac:picMk id="5" creationId="{FF0C5091-1795-8CC5-48FD-F3C705B214F5}"/>
          </ac:picMkLst>
        </pc:picChg>
        <pc:picChg chg="mod">
          <ac:chgData name="Dušan Brozman" userId="8ff6f0f7c8daa242" providerId="LiveId" clId="{6BA6992C-F62E-46DF-90A2-1BD46E9E45BB}" dt="2025-12-17T17:05:40.207" v="37" actId="1076"/>
          <ac:picMkLst>
            <pc:docMk/>
            <pc:sldMk cId="2116134431" sldId="257"/>
            <ac:picMk id="7" creationId="{77C6FFFE-E66B-27D7-E26A-3A5E2CE54125}"/>
          </ac:picMkLst>
        </pc:picChg>
        <pc:picChg chg="mod">
          <ac:chgData name="Dušan Brozman" userId="8ff6f0f7c8daa242" providerId="LiveId" clId="{6BA6992C-F62E-46DF-90A2-1BD46E9E45BB}" dt="2025-12-17T17:05:40.207" v="37" actId="1076"/>
          <ac:picMkLst>
            <pc:docMk/>
            <pc:sldMk cId="2116134431" sldId="257"/>
            <ac:picMk id="9" creationId="{CDE2585F-E03C-049D-C164-B8927381590E}"/>
          </ac:picMkLst>
        </pc:picChg>
        <pc:picChg chg="mod">
          <ac:chgData name="Dušan Brozman" userId="8ff6f0f7c8daa242" providerId="LiveId" clId="{6BA6992C-F62E-46DF-90A2-1BD46E9E45BB}" dt="2025-12-17T17:05:40.207" v="37" actId="1076"/>
          <ac:picMkLst>
            <pc:docMk/>
            <pc:sldMk cId="2116134431" sldId="257"/>
            <ac:picMk id="11" creationId="{5C2577AF-C382-6073-B7DB-CACEFF01D8CF}"/>
          </ac:picMkLst>
        </pc:picChg>
      </pc:sldChg>
      <pc:sldChg chg="modSp mod">
        <pc:chgData name="Dušan Brozman" userId="8ff6f0f7c8daa242" providerId="LiveId" clId="{6BA6992C-F62E-46DF-90A2-1BD46E9E45BB}" dt="2025-12-17T17:05:28.448" v="36" actId="20577"/>
        <pc:sldMkLst>
          <pc:docMk/>
          <pc:sldMk cId="955495523" sldId="263"/>
        </pc:sldMkLst>
        <pc:spChg chg="mod">
          <ac:chgData name="Dušan Brozman" userId="8ff6f0f7c8daa242" providerId="LiveId" clId="{6BA6992C-F62E-46DF-90A2-1BD46E9E45BB}" dt="2025-12-17T17:05:28.448" v="36" actId="20577"/>
          <ac:spMkLst>
            <pc:docMk/>
            <pc:sldMk cId="955495523" sldId="263"/>
            <ac:spMk id="25" creationId="{16E01B0A-C090-17B8-9DFE-5216D76908D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DBECA5-DE27-435F-9F61-E57B679E9D69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9C4A6-EA14-4A32-9630-25F8A87C7F0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89799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9C4A6-EA14-4A32-9630-25F8A87C7F07}" type="slidenum">
              <a:rPr lang="sk-SK" smtClean="0"/>
              <a:t>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08456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D443A8-AF2B-55E0-DF73-AE915B0B8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433B001-4204-13C3-2F7D-7BC99EDBD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CAD5500-167E-2CCB-D595-C7E444FBB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738E-0B45-440A-8AF2-9C3CB56F291A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F93EBC0F-1256-6B40-1566-D0B08C18D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2B8AD060-06D8-EAC6-2F38-24EBB41E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7261-848A-4358-8C49-A88D0225FE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86239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100B6D-113E-8D70-28B9-309591F5C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AAFA8E9-0639-55A9-CE73-0CE9E1444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C12B8DC6-8CD5-75BE-B1E1-AB525837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738E-0B45-440A-8AF2-9C3CB56F291A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844C8F6E-FC68-EF1C-65C4-CDBF5A58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CF08A29-2FDD-ACE9-3482-B889232D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7261-848A-4358-8C49-A88D0225FE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14833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CA3587-232F-FD11-BD98-2C0C9DA2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A7AE83B-929F-6200-BDCA-9D31219F5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4FE4D9C-576B-BD3C-666D-5C76A68B1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738E-0B45-440A-8AF2-9C3CB56F291A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AB4A9F91-A54E-C532-CA05-DAA3E54E0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3F7E7AF1-4800-257B-4E99-2DC593D5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7261-848A-4358-8C49-A88D0225FE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88754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2DF84B-56A9-74A7-6F54-0DBE8B4C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5C584CB-D7C2-FE3B-7CEB-57F745597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1F9DBA33-F14F-3A2F-64A7-4F4889FBF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49CCAE90-E245-F750-ABAD-F36CBADCD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738E-0B45-440A-8AF2-9C3CB56F291A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71989772-F2BA-26B4-1D39-FB1B13C88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F79ABCBC-131D-32FA-64D3-FD64AAFFE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7261-848A-4358-8C49-A88D0225FE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22715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7EFD6B-0F8E-0B1F-D3D0-D95773100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905309B-0F85-55B1-EC0A-3A8DAE7EE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9D085F45-FD72-5204-EC31-23CD08B93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89F94482-6C4E-BF37-E58D-ACB15BBC86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FAF29330-96B9-4599-6438-374E9D274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E3706043-A7C8-BE8C-B232-14F9CBE7F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738E-0B45-440A-8AF2-9C3CB56F291A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258B258E-C0F7-63D5-F73A-167E02AB1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1FD2FA85-484F-414B-3C0C-ED7F22967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7261-848A-4358-8C49-A88D0225FE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8681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75CCB6-D507-764C-059B-EE171B749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264B4A57-BD5D-93E6-9389-2559FF401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738E-0B45-440A-8AF2-9C3CB56F291A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93E86461-7B8A-2235-4A65-F9906CCE9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EA9EC113-7D02-9DB6-4BCD-9C6BCA3DB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7261-848A-4358-8C49-A88D0225FE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8218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C483B756-D593-CA81-35BF-0F96F2F06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738E-0B45-440A-8AF2-9C3CB56F291A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8510DD9C-6959-3183-C100-28240C0F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ED16A09-6037-11BA-D677-DDC8CEBD5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7261-848A-4358-8C49-A88D0225FE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6110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DB772A-E901-CA7C-A6D9-177632F4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570502D-3198-E9BD-01ED-1D7C353AB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3964A77-A06D-447F-0FC4-DD0DC0B1D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8FAD9045-6D31-FF48-67FE-7C9B89B49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738E-0B45-440A-8AF2-9C3CB56F291A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53137576-C409-9C5C-2FDD-50330045C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FFDEB327-E6A5-ECB8-A8D0-CBCB7EE14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7261-848A-4358-8C49-A88D0225FE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84220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9E7692-27ED-05B5-86DE-EF8867F86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96AC6CBC-FF32-7C1F-607C-D6CDA7C270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3C058A5-CA68-7254-39A5-84DE8CBCC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67B1C90E-A15E-4D0F-08A0-F2F8C449B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738E-0B45-440A-8AF2-9C3CB56F291A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BCDEB30-4021-215A-AF75-D71D87951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AB58997-C503-868E-07D8-5162C65B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7261-848A-4358-8C49-A88D0225FE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2705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680CB3-CC34-DF42-FFC6-A454FA12C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4FE002D8-E1C0-4546-175C-96356DB2B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9E327AB-BE53-9028-9506-9161F83B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738E-0B45-440A-8AF2-9C3CB56F291A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57C50638-C649-9CC2-2BB4-47FBA433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5144422-E6E5-A01D-C0FA-7C3274A4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7261-848A-4358-8C49-A88D0225FE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9549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F269924B-3A56-21B4-9232-B31D081F5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CBC9C8C6-0A13-AD82-F730-813819266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D2EF7427-9A1D-F2DD-3E9D-23BD015FA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738E-0B45-440A-8AF2-9C3CB56F291A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BB340A86-5AA2-BC6A-80D7-51E881985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F803E8E-B930-CFC4-AE95-698B27E28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97261-848A-4358-8C49-A88D0225FE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328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A483296E-CBB9-0C5D-CDFE-8B33E1206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D2DCCD9-05D3-57AD-76D7-12A886939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453B38B-DF50-EE8D-E714-23B322913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1738E-0B45-440A-8AF2-9C3CB56F291A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B1547E15-978C-57AB-0081-06024689E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4AA00823-D075-97A6-C8CC-59DA5BEBA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97261-848A-4358-8C49-A88D0225FE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32652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19154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CAADB1-26B0-333B-FD85-41F69D43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  <a:endParaRPr lang="sk-SK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FF0C5091-1795-8CC5-48FD-F3C705B21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64" y="2113638"/>
            <a:ext cx="2286798" cy="22867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77C6FFFE-E66B-27D7-E26A-3A5E2CE54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121" y="2113638"/>
            <a:ext cx="2286798" cy="22867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CDE2585F-E03C-049D-C164-B89273815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949" y="2113638"/>
            <a:ext cx="2286798" cy="22867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Obrázok 10">
            <a:extLst>
              <a:ext uri="{FF2B5EF4-FFF2-40B4-BE49-F238E27FC236}">
                <a16:creationId xmlns:a16="http://schemas.microsoft.com/office/drawing/2014/main" id="{5C2577AF-C382-6073-B7DB-CACEFF01D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002" y="2113638"/>
            <a:ext cx="2286798" cy="22867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BlokTextu 11">
            <a:extLst>
              <a:ext uri="{FF2B5EF4-FFF2-40B4-BE49-F238E27FC236}">
                <a16:creationId xmlns:a16="http://schemas.microsoft.com/office/drawing/2014/main" id="{8CF28D60-F965-5017-12A6-D4A8B049B94F}"/>
              </a:ext>
            </a:extLst>
          </p:cNvPr>
          <p:cNvSpPr txBox="1"/>
          <p:nvPr/>
        </p:nvSpPr>
        <p:spPr>
          <a:xfrm>
            <a:off x="696148" y="4527095"/>
            <a:ext cx="2492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American Football </a:t>
            </a:r>
          </a:p>
          <a:p>
            <a:pPr algn="ctr"/>
            <a:r>
              <a:rPr lang="en-US" sz="2000"/>
              <a:t>EP (1998)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AC18F772-7C3C-7294-42A6-46A255FE60EE}"/>
              </a:ext>
            </a:extLst>
          </p:cNvPr>
          <p:cNvSpPr txBox="1"/>
          <p:nvPr/>
        </p:nvSpPr>
        <p:spPr>
          <a:xfrm>
            <a:off x="6247933" y="4527095"/>
            <a:ext cx="2492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American Football </a:t>
            </a:r>
          </a:p>
          <a:p>
            <a:pPr algn="ctr"/>
            <a:r>
              <a:rPr lang="en-US" sz="2000"/>
              <a:t>LP2 (2016)</a:t>
            </a: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56877BB9-4BAE-D6CA-B865-26505B087FFC}"/>
              </a:ext>
            </a:extLst>
          </p:cNvPr>
          <p:cNvSpPr txBox="1"/>
          <p:nvPr/>
        </p:nvSpPr>
        <p:spPr>
          <a:xfrm>
            <a:off x="3442105" y="4527095"/>
            <a:ext cx="2492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American Football </a:t>
            </a:r>
          </a:p>
          <a:p>
            <a:pPr algn="ctr"/>
            <a:r>
              <a:rPr lang="en-US" sz="2000"/>
              <a:t>LP1 (1999)</a:t>
            </a: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3273AA0F-163F-5C6C-5579-1DD683CDDFF3}"/>
              </a:ext>
            </a:extLst>
          </p:cNvPr>
          <p:cNvSpPr txBox="1"/>
          <p:nvPr/>
        </p:nvSpPr>
        <p:spPr>
          <a:xfrm>
            <a:off x="8963986" y="4527095"/>
            <a:ext cx="2492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American Football </a:t>
            </a:r>
          </a:p>
          <a:p>
            <a:pPr algn="ctr"/>
            <a:r>
              <a:rPr lang="en-US" sz="2000"/>
              <a:t>LP3 (2019)</a:t>
            </a:r>
          </a:p>
        </p:txBody>
      </p:sp>
      <p:sp>
        <p:nvSpPr>
          <p:cNvPr id="3" name="Nadpis 1">
            <a:extLst>
              <a:ext uri="{FF2B5EF4-FFF2-40B4-BE49-F238E27FC236}">
                <a16:creationId xmlns:a16="http://schemas.microsoft.com/office/drawing/2014/main" id="{1A574F06-DA50-8357-3A7E-709025F658AD}"/>
              </a:ext>
            </a:extLst>
          </p:cNvPr>
          <p:cNvSpPr txBox="1">
            <a:spLocks/>
          </p:cNvSpPr>
          <p:nvPr/>
        </p:nvSpPr>
        <p:spPr>
          <a:xfrm>
            <a:off x="1" y="610513"/>
            <a:ext cx="12191999" cy="1077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/>
              <a:t>Discography</a:t>
            </a:r>
            <a:endParaRPr lang="sk-SK" b="1"/>
          </a:p>
        </p:txBody>
      </p:sp>
    </p:spTree>
    <p:extLst>
      <p:ext uri="{BB962C8B-B14F-4D97-AF65-F5344CB8AC3E}">
        <p14:creationId xmlns:p14="http://schemas.microsoft.com/office/powerpoint/2010/main" val="2116134431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797ED1-5358-F195-0418-2D033985E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720" y="258441"/>
            <a:ext cx="1965960" cy="1325563"/>
          </a:xfrm>
        </p:spPr>
        <p:txBody>
          <a:bodyPr/>
          <a:lstStyle/>
          <a:p>
            <a:r>
              <a:rPr lang="en-US" sz="5400" b="1">
                <a:solidFill>
                  <a:schemeClr val="bg1"/>
                </a:solidFill>
              </a:rPr>
              <a:t>LP1</a:t>
            </a:r>
            <a:endParaRPr lang="sk-SK" sz="3200" i="1">
              <a:solidFill>
                <a:schemeClr val="bg1"/>
              </a:solidFill>
            </a:endParaRPr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00557EA1-550B-DCEA-468C-551675F79D25}"/>
              </a:ext>
            </a:extLst>
          </p:cNvPr>
          <p:cNvSpPr txBox="1">
            <a:spLocks/>
          </p:cNvSpPr>
          <p:nvPr/>
        </p:nvSpPr>
        <p:spPr>
          <a:xfrm>
            <a:off x="5798916" y="258442"/>
            <a:ext cx="432044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/>
              <a:t>1999</a:t>
            </a:r>
            <a:endParaRPr lang="sk-SK" sz="3200" b="1"/>
          </a:p>
        </p:txBody>
      </p:sp>
    </p:spTree>
    <p:extLst>
      <p:ext uri="{BB962C8B-B14F-4D97-AF65-F5344CB8AC3E}">
        <p14:creationId xmlns:p14="http://schemas.microsoft.com/office/powerpoint/2010/main" val="758794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jekt pre obsah 4" descr="Obrázok, na ktorom je rad, potvrdenie, text, hudba&#10;&#10;Obsah vygenerovaný pomocou AI môže byť nesprávny.">
            <a:extLst>
              <a:ext uri="{FF2B5EF4-FFF2-40B4-BE49-F238E27FC236}">
                <a16:creationId xmlns:a16="http://schemas.microsoft.com/office/drawing/2014/main" id="{BCE52ACC-9041-FC41-8FB8-A5A5A9D31E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43" y="166170"/>
            <a:ext cx="7477247" cy="40717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Obrázok 12">
            <a:extLst>
              <a:ext uri="{FF2B5EF4-FFF2-40B4-BE49-F238E27FC236}">
                <a16:creationId xmlns:a16="http://schemas.microsoft.com/office/drawing/2014/main" id="{910DB113-FB01-909C-621D-36BBCB173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6512" y="166169"/>
            <a:ext cx="4077145" cy="64661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Obrázok 14">
            <a:extLst>
              <a:ext uri="{FF2B5EF4-FFF2-40B4-BE49-F238E27FC236}">
                <a16:creationId xmlns:a16="http://schemas.microsoft.com/office/drawing/2014/main" id="{B3FEA5D5-4AA5-1176-8949-F04E237F26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343" y="4456253"/>
            <a:ext cx="7477247" cy="21760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1830790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E97E6A-C231-746B-C3A2-32B924520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025" y="4965539"/>
            <a:ext cx="9127603" cy="794077"/>
          </a:xfrm>
        </p:spPr>
        <p:txBody>
          <a:bodyPr>
            <a:normAutofit/>
          </a:bodyPr>
          <a:lstStyle/>
          <a:p>
            <a:pPr algn="ctr"/>
            <a:r>
              <a:rPr lang="en-US" sz="3200" i="1"/>
              <a:t>“That van Gogh sky shrinks the city that shrinks me”</a:t>
            </a:r>
            <a:endParaRPr lang="sk-SK" sz="3200" i="1"/>
          </a:p>
        </p:txBody>
      </p:sp>
      <p:pic>
        <p:nvPicPr>
          <p:cNvPr id="5" name="Zástupný objekt pre obsah 4" descr="Obrázok, na ktorom je ošatenie, exteriér, osoba, obuv&#10;&#10;Obsah vygenerovaný pomocou AI môže byť nesprávny.">
            <a:extLst>
              <a:ext uri="{FF2B5EF4-FFF2-40B4-BE49-F238E27FC236}">
                <a16:creationId xmlns:a16="http://schemas.microsoft.com/office/drawing/2014/main" id="{40BC8E55-6F16-8C62-B09E-C6D5E6676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740" y="979272"/>
            <a:ext cx="5804175" cy="37727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Nadpis 1">
            <a:extLst>
              <a:ext uri="{FF2B5EF4-FFF2-40B4-BE49-F238E27FC236}">
                <a16:creationId xmlns:a16="http://schemas.microsoft.com/office/drawing/2014/main" id="{1CD5F294-62BF-53D6-EC54-6DAC149C2A5C}"/>
              </a:ext>
            </a:extLst>
          </p:cNvPr>
          <p:cNvSpPr txBox="1">
            <a:spLocks/>
          </p:cNvSpPr>
          <p:nvPr/>
        </p:nvSpPr>
        <p:spPr>
          <a:xfrm>
            <a:off x="1428024" y="5508338"/>
            <a:ext cx="9127603" cy="794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/>
              <a:t>Cap’n Jazz</a:t>
            </a:r>
          </a:p>
          <a:p>
            <a:pPr algn="ctr"/>
            <a:r>
              <a:rPr lang="en-US" sz="2000"/>
              <a:t>Flashpoint: Catheter </a:t>
            </a:r>
            <a:r>
              <a:rPr lang="en-US" sz="2000" i="1"/>
              <a:t>(1995)</a:t>
            </a:r>
            <a:endParaRPr lang="sk-SK" sz="2000"/>
          </a:p>
        </p:txBody>
      </p:sp>
    </p:spTree>
    <p:extLst>
      <p:ext uri="{BB962C8B-B14F-4D97-AF65-F5344CB8AC3E}">
        <p14:creationId xmlns:p14="http://schemas.microsoft.com/office/powerpoint/2010/main" val="2909303061"/>
      </p:ext>
    </p:extLst>
  </p:cSld>
  <p:clrMapOvr>
    <a:masterClrMapping/>
  </p:clrMapOvr>
  <p:transition spd="slow">
    <p:cover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6FD93F-0BCE-4243-BE0B-9358E9E6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32720" cy="1325563"/>
          </a:xfrm>
        </p:spPr>
        <p:txBody>
          <a:bodyPr/>
          <a:lstStyle/>
          <a:p>
            <a:pPr algn="r"/>
            <a:r>
              <a:rPr lang="en-US" b="1">
                <a:solidFill>
                  <a:schemeClr val="bg1"/>
                </a:solidFill>
              </a:rPr>
              <a:t>Tracklisting</a:t>
            </a:r>
            <a:endParaRPr lang="sk-SK" b="1">
              <a:solidFill>
                <a:schemeClr val="bg1"/>
              </a:solidFill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490B7D5-7AFF-1128-1C88-F4904C996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920" y="1215342"/>
            <a:ext cx="10088880" cy="4961621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>
                <a:solidFill>
                  <a:schemeClr val="bg1"/>
                </a:solidFill>
              </a:rPr>
              <a:t>Never Meant</a:t>
            </a:r>
          </a:p>
          <a:p>
            <a:pPr marL="514350" indent="-514350">
              <a:buAutoNum type="arabicPeriod"/>
            </a:pPr>
            <a:r>
              <a:rPr lang="en-US">
                <a:solidFill>
                  <a:schemeClr val="bg1"/>
                </a:solidFill>
              </a:rPr>
              <a:t>The Summer Ends</a:t>
            </a:r>
          </a:p>
          <a:p>
            <a:pPr marL="514350" indent="-514350">
              <a:buAutoNum type="arabicPeriod"/>
            </a:pPr>
            <a:r>
              <a:rPr lang="en-US">
                <a:solidFill>
                  <a:schemeClr val="bg1"/>
                </a:solidFill>
              </a:rPr>
              <a:t>Honestly?</a:t>
            </a:r>
          </a:p>
          <a:p>
            <a:pPr marL="514350" indent="-514350">
              <a:buAutoNum type="arabicPeriod"/>
            </a:pPr>
            <a:r>
              <a:rPr lang="en-US">
                <a:solidFill>
                  <a:schemeClr val="bg1"/>
                </a:solidFill>
              </a:rPr>
              <a:t>For Sure</a:t>
            </a:r>
          </a:p>
          <a:p>
            <a:pPr marL="514350" indent="-514350">
              <a:buAutoNum type="arabicPeriod"/>
            </a:pPr>
            <a:r>
              <a:rPr lang="en-US">
                <a:solidFill>
                  <a:schemeClr val="bg1"/>
                </a:solidFill>
              </a:rPr>
              <a:t>You Know I Should Be Leaving Soon</a:t>
            </a:r>
          </a:p>
          <a:p>
            <a:pPr marL="514350" indent="-514350">
              <a:buAutoNum type="arabicPeriod"/>
            </a:pPr>
            <a:r>
              <a:rPr lang="en-US">
                <a:solidFill>
                  <a:schemeClr val="bg1"/>
                </a:solidFill>
              </a:rPr>
              <a:t>But the Regrets Are Killing Me</a:t>
            </a:r>
          </a:p>
          <a:p>
            <a:pPr marL="514350" indent="-514350">
              <a:buAutoNum type="arabicPeriod"/>
            </a:pPr>
            <a:r>
              <a:rPr lang="en-US">
                <a:solidFill>
                  <a:schemeClr val="bg1"/>
                </a:solidFill>
              </a:rPr>
              <a:t>I’ll See You When We’re Both Not So Emotional</a:t>
            </a:r>
          </a:p>
          <a:p>
            <a:pPr marL="514350" indent="-514350">
              <a:buAutoNum type="arabicPeriod"/>
            </a:pPr>
            <a:r>
              <a:rPr lang="en-US">
                <a:solidFill>
                  <a:schemeClr val="bg1"/>
                </a:solidFill>
              </a:rPr>
              <a:t>Stay Home</a:t>
            </a:r>
          </a:p>
          <a:p>
            <a:pPr marL="514350" indent="-514350">
              <a:buAutoNum type="arabicPeriod"/>
            </a:pPr>
            <a:r>
              <a:rPr lang="en-US">
                <a:solidFill>
                  <a:schemeClr val="bg1"/>
                </a:solidFill>
              </a:rPr>
              <a:t>The One With the Wurlitzer</a:t>
            </a:r>
            <a:endParaRPr lang="sk-SK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230867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ok 6">
            <a:extLst>
              <a:ext uri="{FF2B5EF4-FFF2-40B4-BE49-F238E27FC236}">
                <a16:creationId xmlns:a16="http://schemas.microsoft.com/office/drawing/2014/main" id="{EA7D02DB-9CBE-4A7E-4221-17ACE4DBB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42" y="1419562"/>
            <a:ext cx="3810532" cy="38105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59AFC032-A6F0-137B-4D47-D923670C3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6352" y="813813"/>
            <a:ext cx="2166514" cy="21665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Obrázok 10" descr="Obrázok, na ktorom je text, dom, snímka obrazovky, štvorec&#10;&#10;Obsah vygenerovaný pomocou AI môže byť nesprávny.">
            <a:extLst>
              <a:ext uri="{FF2B5EF4-FFF2-40B4-BE49-F238E27FC236}">
                <a16:creationId xmlns:a16="http://schemas.microsoft.com/office/drawing/2014/main" id="{50F310F5-E4F6-08FC-F0BF-5B425436F2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982" y="793021"/>
            <a:ext cx="2187306" cy="21873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Obrázok 14">
            <a:extLst>
              <a:ext uri="{FF2B5EF4-FFF2-40B4-BE49-F238E27FC236}">
                <a16:creationId xmlns:a16="http://schemas.microsoft.com/office/drawing/2014/main" id="{DD79EA0B-82A1-CCFD-DE78-883FBDC281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7922" y="3856881"/>
            <a:ext cx="2143425" cy="21665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Obrázok 16">
            <a:extLst>
              <a:ext uri="{FF2B5EF4-FFF2-40B4-BE49-F238E27FC236}">
                <a16:creationId xmlns:a16="http://schemas.microsoft.com/office/drawing/2014/main" id="{678F5D45-2ED7-731E-4459-13942618C3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6352" y="3836089"/>
            <a:ext cx="2187306" cy="21873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8003079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ok 4">
            <a:extLst>
              <a:ext uri="{FF2B5EF4-FFF2-40B4-BE49-F238E27FC236}">
                <a16:creationId xmlns:a16="http://schemas.microsoft.com/office/drawing/2014/main" id="{5FECA696-B0FC-C5B2-EA49-C4AD08828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579" y="1274774"/>
            <a:ext cx="2041461" cy="19908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Obrázok 6" descr="Obrázok, na ktorom je animák, ilustrácia, animovaná rozprávka, animácia&#10;&#10;Obsah vygenerovaný pomocou AI môže byť nesprávny.">
            <a:extLst>
              <a:ext uri="{FF2B5EF4-FFF2-40B4-BE49-F238E27FC236}">
                <a16:creationId xmlns:a16="http://schemas.microsoft.com/office/drawing/2014/main" id="{267E8AF6-ACC4-2E59-D2AE-B55A719D82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254" y="1274774"/>
            <a:ext cx="1990846" cy="19908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Obrázok 8" descr="Obrázok, na ktorom je osoba, ľudská tvár, pokrývka hlavy, ošatenie&#10;&#10;Obsah vygenerovaný pomocou AI môže byť nesprávny.">
            <a:extLst>
              <a:ext uri="{FF2B5EF4-FFF2-40B4-BE49-F238E27FC236}">
                <a16:creationId xmlns:a16="http://schemas.microsoft.com/office/drawing/2014/main" id="{94F16D75-8C06-82BC-D3BA-294102DA19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623" y="4037635"/>
            <a:ext cx="1990846" cy="19908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Obrázok 10">
            <a:extLst>
              <a:ext uri="{FF2B5EF4-FFF2-40B4-BE49-F238E27FC236}">
                <a16:creationId xmlns:a16="http://schemas.microsoft.com/office/drawing/2014/main" id="{CC92E02A-C56B-86B4-CBF7-9536C72714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3947" y="4061748"/>
            <a:ext cx="2041461" cy="19908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Obrázok 12" descr="Obrázok, na ktorom je ľudská tvár, ilustrácia, kresba, plagát&#10;&#10;Obsah vygenerovaný pomocou AI môže byť nesprávny.">
            <a:extLst>
              <a:ext uri="{FF2B5EF4-FFF2-40B4-BE49-F238E27FC236}">
                <a16:creationId xmlns:a16="http://schemas.microsoft.com/office/drawing/2014/main" id="{710EEEF0-85AB-1A17-A8E4-77D7B9E8B5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576" y="1274774"/>
            <a:ext cx="1990847" cy="19908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BlokTextu 15">
            <a:extLst>
              <a:ext uri="{FF2B5EF4-FFF2-40B4-BE49-F238E27FC236}">
                <a16:creationId xmlns:a16="http://schemas.microsoft.com/office/drawing/2014/main" id="{EF662FF6-297A-F1FB-1A28-DECDE6ACC756}"/>
              </a:ext>
            </a:extLst>
          </p:cNvPr>
          <p:cNvSpPr txBox="1"/>
          <p:nvPr/>
        </p:nvSpPr>
        <p:spPr>
          <a:xfrm>
            <a:off x="1353338" y="3357919"/>
            <a:ext cx="2442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TTNG</a:t>
            </a:r>
            <a:endParaRPr lang="sk-SK" b="1"/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43CE3EA2-18D6-D520-7B18-9ACF2FCA0517}"/>
              </a:ext>
            </a:extLst>
          </p:cNvPr>
          <p:cNvSpPr txBox="1"/>
          <p:nvPr/>
        </p:nvSpPr>
        <p:spPr>
          <a:xfrm>
            <a:off x="1327917" y="6132837"/>
            <a:ext cx="2442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Merchant Ships</a:t>
            </a:r>
            <a:endParaRPr lang="sk-SK" b="1"/>
          </a:p>
        </p:txBody>
      </p:sp>
      <p:sp>
        <p:nvSpPr>
          <p:cNvPr id="18" name="BlokTextu 17">
            <a:extLst>
              <a:ext uri="{FF2B5EF4-FFF2-40B4-BE49-F238E27FC236}">
                <a16:creationId xmlns:a16="http://schemas.microsoft.com/office/drawing/2014/main" id="{6C7F735E-9D9C-2B08-E709-E93F03D10AC5}"/>
              </a:ext>
            </a:extLst>
          </p:cNvPr>
          <p:cNvSpPr txBox="1"/>
          <p:nvPr/>
        </p:nvSpPr>
        <p:spPr>
          <a:xfrm>
            <a:off x="8348179" y="6132837"/>
            <a:ext cx="2442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Midwest Pen Pals</a:t>
            </a:r>
            <a:endParaRPr lang="sk-SK" b="1"/>
          </a:p>
        </p:txBody>
      </p:sp>
      <p:sp>
        <p:nvSpPr>
          <p:cNvPr id="19" name="BlokTextu 18">
            <a:extLst>
              <a:ext uri="{FF2B5EF4-FFF2-40B4-BE49-F238E27FC236}">
                <a16:creationId xmlns:a16="http://schemas.microsoft.com/office/drawing/2014/main" id="{2458563F-3041-9F79-D75C-3442E389B46F}"/>
              </a:ext>
            </a:extLst>
          </p:cNvPr>
          <p:cNvSpPr txBox="1"/>
          <p:nvPr/>
        </p:nvSpPr>
        <p:spPr>
          <a:xfrm>
            <a:off x="4902296" y="6132838"/>
            <a:ext cx="2442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As a Sketch Pad</a:t>
            </a:r>
            <a:endParaRPr lang="sk-SK" b="1"/>
          </a:p>
        </p:txBody>
      </p:sp>
      <p:sp>
        <p:nvSpPr>
          <p:cNvPr id="20" name="BlokTextu 19">
            <a:extLst>
              <a:ext uri="{FF2B5EF4-FFF2-40B4-BE49-F238E27FC236}">
                <a16:creationId xmlns:a16="http://schemas.microsoft.com/office/drawing/2014/main" id="{3EF74B1F-7E47-6D68-98BB-A4AD2E338D18}"/>
              </a:ext>
            </a:extLst>
          </p:cNvPr>
          <p:cNvSpPr txBox="1"/>
          <p:nvPr/>
        </p:nvSpPr>
        <p:spPr>
          <a:xfrm>
            <a:off x="4801565" y="3345863"/>
            <a:ext cx="2442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Chinese Football</a:t>
            </a:r>
            <a:endParaRPr lang="sk-SK" b="1"/>
          </a:p>
        </p:txBody>
      </p:sp>
      <p:sp>
        <p:nvSpPr>
          <p:cNvPr id="21" name="BlokTextu 20">
            <a:extLst>
              <a:ext uri="{FF2B5EF4-FFF2-40B4-BE49-F238E27FC236}">
                <a16:creationId xmlns:a16="http://schemas.microsoft.com/office/drawing/2014/main" id="{4A1475F7-37DE-3007-EB44-14D21C72E5E7}"/>
              </a:ext>
            </a:extLst>
          </p:cNvPr>
          <p:cNvSpPr txBox="1"/>
          <p:nvPr/>
        </p:nvSpPr>
        <p:spPr>
          <a:xfrm>
            <a:off x="8348179" y="3345862"/>
            <a:ext cx="2442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Marietta</a:t>
            </a:r>
            <a:endParaRPr lang="sk-SK" b="1"/>
          </a:p>
        </p:txBody>
      </p:sp>
      <p:pic>
        <p:nvPicPr>
          <p:cNvPr id="23" name="Obrázok 22">
            <a:extLst>
              <a:ext uri="{FF2B5EF4-FFF2-40B4-BE49-F238E27FC236}">
                <a16:creationId xmlns:a16="http://schemas.microsoft.com/office/drawing/2014/main" id="{ED11F4FA-B836-5A6C-D045-71EB1766E1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1832" y="4037636"/>
            <a:ext cx="2014960" cy="20149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5" name="Nadpis 1">
            <a:extLst>
              <a:ext uri="{FF2B5EF4-FFF2-40B4-BE49-F238E27FC236}">
                <a16:creationId xmlns:a16="http://schemas.microsoft.com/office/drawing/2014/main" id="{16E01B0A-C090-17B8-9DFE-5216D769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58355"/>
            <a:ext cx="12191999" cy="1077821"/>
          </a:xfrm>
        </p:spPr>
        <p:txBody>
          <a:bodyPr/>
          <a:lstStyle/>
          <a:p>
            <a:pPr algn="ctr"/>
            <a:r>
              <a:rPr lang="en-US" b="1"/>
              <a:t>Influence</a:t>
            </a:r>
            <a:endParaRPr lang="sk-SK" b="1"/>
          </a:p>
        </p:txBody>
      </p:sp>
    </p:spTree>
    <p:extLst>
      <p:ext uri="{BB962C8B-B14F-4D97-AF65-F5344CB8AC3E}">
        <p14:creationId xmlns:p14="http://schemas.microsoft.com/office/powerpoint/2010/main" val="955495523"/>
      </p:ext>
    </p:extLst>
  </p:cSld>
  <p:clrMapOvr>
    <a:masterClrMapping/>
  </p:clrMapOvr>
  <p:transition spd="slow">
    <p:push dir="d"/>
  </p:transition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102</Words>
  <Application>Microsoft Office PowerPoint</Application>
  <PresentationFormat>Širokouhlá</PresentationFormat>
  <Paragraphs>33</Paragraphs>
  <Slides>8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Motív Office</vt:lpstr>
      <vt:lpstr>Prezentácia programu PowerPoint</vt:lpstr>
      <vt:lpstr> </vt:lpstr>
      <vt:lpstr>LP1</vt:lpstr>
      <vt:lpstr>Prezentácia programu PowerPoint</vt:lpstr>
      <vt:lpstr>“That van Gogh sky shrinks the city that shrinks me”</vt:lpstr>
      <vt:lpstr>Tracklisting</vt:lpstr>
      <vt:lpstr>Prezentácia programu PowerPoint</vt:lpstr>
      <vt:lpstr>Influence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Dušan Brozman</dc:creator>
  <cp:lastModifiedBy>Dušan Brozman</cp:lastModifiedBy>
  <cp:revision>1</cp:revision>
  <dcterms:created xsi:type="dcterms:W3CDTF">2025-12-17T15:35:30Z</dcterms:created>
  <dcterms:modified xsi:type="dcterms:W3CDTF">2025-12-17T17:05:41Z</dcterms:modified>
</cp:coreProperties>
</file>