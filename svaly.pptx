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77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74A5F-CD2B-48E8-A7B3-9120C8D310C8}" v="553" dt="2026-02-10T15:31:47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šan Brozman" userId="8ff6f0f7c8daa242" providerId="LiveId" clId="{6BA6992C-F62E-46DF-90A2-1BD46E9E45BB}"/>
    <pc:docChg chg="undo redo custSel addSld delSld modSld">
      <pc:chgData name="Dušan Brozman" userId="8ff6f0f7c8daa242" providerId="LiveId" clId="{6BA6992C-F62E-46DF-90A2-1BD46E9E45BB}" dt="2026-02-10T15:31:47.750" v="1161"/>
      <pc:docMkLst>
        <pc:docMk/>
      </pc:docMkLst>
      <pc:sldChg chg="addSp delSp modSp mod modTransition setBg addAnim delAnim setClrOvrMap">
        <pc:chgData name="Dušan Brozman" userId="8ff6f0f7c8daa242" providerId="LiveId" clId="{6BA6992C-F62E-46DF-90A2-1BD46E9E45BB}" dt="2026-02-10T15:30:21.364" v="1146"/>
        <pc:sldMkLst>
          <pc:docMk/>
          <pc:sldMk cId="3678945571" sldId="256"/>
        </pc:sldMkLst>
        <pc:spChg chg="mod">
          <ac:chgData name="Dušan Brozman" userId="8ff6f0f7c8daa242" providerId="LiveId" clId="{6BA6992C-F62E-46DF-90A2-1BD46E9E45BB}" dt="2026-02-10T15:26:39.645" v="1132" actId="207"/>
          <ac:spMkLst>
            <pc:docMk/>
            <pc:sldMk cId="3678945571" sldId="256"/>
            <ac:spMk id="2" creationId="{E22B1D83-54C0-09FB-F1E5-13DBB6C51A32}"/>
          </ac:spMkLst>
        </pc:spChg>
        <pc:spChg chg="mod">
          <ac:chgData name="Dušan Brozman" userId="8ff6f0f7c8daa242" providerId="LiveId" clId="{6BA6992C-F62E-46DF-90A2-1BD46E9E45BB}" dt="2026-02-10T15:26:53.223" v="1133" actId="207"/>
          <ac:spMkLst>
            <pc:docMk/>
            <pc:sldMk cId="3678945571" sldId="256"/>
            <ac:spMk id="3" creationId="{185DF702-4912-30FD-560F-B50A5D16F0E8}"/>
          </ac:spMkLst>
        </pc:spChg>
        <pc:spChg chg="add del mod">
          <ac:chgData name="Dušan Brozman" userId="8ff6f0f7c8daa242" providerId="LiveId" clId="{6BA6992C-F62E-46DF-90A2-1BD46E9E45BB}" dt="2026-02-10T15:26:29.765" v="1129" actId="21"/>
          <ac:spMkLst>
            <pc:docMk/>
            <pc:sldMk cId="3678945571" sldId="256"/>
            <ac:spMk id="5" creationId="{B5249A3E-88EF-05E2-243C-30479F54584E}"/>
          </ac:spMkLst>
        </pc:spChg>
        <pc:spChg chg="add mod">
          <ac:chgData name="Dušan Brozman" userId="8ff6f0f7c8daa242" providerId="LiveId" clId="{6BA6992C-F62E-46DF-90A2-1BD46E9E45BB}" dt="2026-02-10T15:26:35.895" v="1131" actId="1076"/>
          <ac:spMkLst>
            <pc:docMk/>
            <pc:sldMk cId="3678945571" sldId="256"/>
            <ac:spMk id="7" creationId="{886206EC-4A52-3C14-6EBB-1B0FA842907A}"/>
          </ac:spMkLst>
        </pc:spChg>
        <pc:spChg chg="add del">
          <ac:chgData name="Dušan Brozman" userId="8ff6f0f7c8daa242" providerId="LiveId" clId="{6BA6992C-F62E-46DF-90A2-1BD46E9E45BB}" dt="2026-02-10T14:08:35.258" v="206" actId="26606"/>
          <ac:spMkLst>
            <pc:docMk/>
            <pc:sldMk cId="3678945571" sldId="256"/>
            <ac:spMk id="8" creationId="{BAD76F3E-3A97-486B-B402-44400A8B9173}"/>
          </ac:spMkLst>
        </pc:spChg>
        <pc:spChg chg="add del mod">
          <ac:chgData name="Dušan Brozman" userId="8ff6f0f7c8daa242" providerId="LiveId" clId="{6BA6992C-F62E-46DF-90A2-1BD46E9E45BB}" dt="2026-02-10T15:26:28.935" v="1128" actId="21"/>
          <ac:spMkLst>
            <pc:docMk/>
            <pc:sldMk cId="3678945571" sldId="256"/>
            <ac:spMk id="9" creationId="{B3AE8059-9FA0-F890-C328-C2C3D2CF6F0E}"/>
          </ac:spMkLst>
        </pc:spChg>
        <pc:spChg chg="add del">
          <ac:chgData name="Dušan Brozman" userId="8ff6f0f7c8daa242" providerId="LiveId" clId="{6BA6992C-F62E-46DF-90A2-1BD46E9E45BB}" dt="2026-02-10T14:08:35.258" v="206" actId="26606"/>
          <ac:spMkLst>
            <pc:docMk/>
            <pc:sldMk cId="3678945571" sldId="256"/>
            <ac:spMk id="10" creationId="{391F6B52-91F4-4AEB-B6DB-29FEBCF28C8B}"/>
          </ac:spMkLst>
        </pc:spChg>
        <pc:spChg chg="add mod">
          <ac:chgData name="Dušan Brozman" userId="8ff6f0f7c8daa242" providerId="LiveId" clId="{6BA6992C-F62E-46DF-90A2-1BD46E9E45BB}" dt="2026-02-10T15:26:10.178" v="1125"/>
          <ac:spMkLst>
            <pc:docMk/>
            <pc:sldMk cId="3678945571" sldId="256"/>
            <ac:spMk id="11" creationId="{A64C4B08-A81A-FDA6-AB27-38444EE5DD39}"/>
          </ac:spMkLst>
        </pc:spChg>
        <pc:spChg chg="add del">
          <ac:chgData name="Dušan Brozman" userId="8ff6f0f7c8daa242" providerId="LiveId" clId="{6BA6992C-F62E-46DF-90A2-1BD46E9E45BB}" dt="2026-02-10T14:08:35.258" v="206" actId="26606"/>
          <ac:spMkLst>
            <pc:docMk/>
            <pc:sldMk cId="3678945571" sldId="256"/>
            <ac:spMk id="12" creationId="{2CD6F061-7C53-44F4-9794-953DB70A451B}"/>
          </ac:spMkLst>
        </pc:spChg>
        <pc:spChg chg="add del">
          <ac:chgData name="Dušan Brozman" userId="8ff6f0f7c8daa242" providerId="LiveId" clId="{6BA6992C-F62E-46DF-90A2-1BD46E9E45BB}" dt="2026-02-10T14:08:21.005" v="199" actId="26606"/>
          <ac:spMkLst>
            <pc:docMk/>
            <pc:sldMk cId="3678945571" sldId="256"/>
            <ac:spMk id="17" creationId="{71B2258F-86CA-4D4D-8270-BC05FCDEBFB3}"/>
          </ac:spMkLst>
        </pc:spChg>
        <pc:spChg chg="add del">
          <ac:chgData name="Dušan Brozman" userId="8ff6f0f7c8daa242" providerId="LiveId" clId="{6BA6992C-F62E-46DF-90A2-1BD46E9E45BB}" dt="2026-02-10T14:08:26.464" v="203" actId="26606"/>
          <ac:spMkLst>
            <pc:docMk/>
            <pc:sldMk cId="3678945571" sldId="256"/>
            <ac:spMk id="19" creationId="{097CD68E-23E3-4007-8847-CD0944C4F7BE}"/>
          </ac:spMkLst>
        </pc:spChg>
        <pc:spChg chg="add del">
          <ac:chgData name="Dušan Brozman" userId="8ff6f0f7c8daa242" providerId="LiveId" clId="{6BA6992C-F62E-46DF-90A2-1BD46E9E45BB}" dt="2026-02-10T14:08:26.464" v="203" actId="26606"/>
          <ac:spMkLst>
            <pc:docMk/>
            <pc:sldMk cId="3678945571" sldId="256"/>
            <ac:spMk id="20" creationId="{E91DC736-0EF8-4F87-9146-EBF1D2EE4D3D}"/>
          </ac:spMkLst>
        </pc:spChg>
        <pc:spChg chg="add del">
          <ac:chgData name="Dušan Brozman" userId="8ff6f0f7c8daa242" providerId="LiveId" clId="{6BA6992C-F62E-46DF-90A2-1BD46E9E45BB}" dt="2026-02-10T14:08:26.464" v="203" actId="26606"/>
          <ac:spMkLst>
            <pc:docMk/>
            <pc:sldMk cId="3678945571" sldId="256"/>
            <ac:spMk id="21" creationId="{AF2F604E-43BE-4DC3-B983-E071523364F8}"/>
          </ac:spMkLst>
        </pc:spChg>
        <pc:spChg chg="add del">
          <ac:chgData name="Dušan Brozman" userId="8ff6f0f7c8daa242" providerId="LiveId" clId="{6BA6992C-F62E-46DF-90A2-1BD46E9E45BB}" dt="2026-02-10T14:08:26.464" v="203" actId="26606"/>
          <ac:spMkLst>
            <pc:docMk/>
            <pc:sldMk cId="3678945571" sldId="256"/>
            <ac:spMk id="23" creationId="{08C9B587-E65E-4B52-B37C-ABEBB6E87928}"/>
          </ac:spMkLst>
        </pc:spChg>
        <pc:spChg chg="add del">
          <ac:chgData name="Dušan Brozman" userId="8ff6f0f7c8daa242" providerId="LiveId" clId="{6BA6992C-F62E-46DF-90A2-1BD46E9E45BB}" dt="2026-02-10T14:08:35.251" v="205" actId="26606"/>
          <ac:spMkLst>
            <pc:docMk/>
            <pc:sldMk cId="3678945571" sldId="256"/>
            <ac:spMk id="25" creationId="{0E91F5CA-B392-444C-88E3-BF5BAAEBDEB0}"/>
          </ac:spMkLst>
        </pc:spChg>
        <pc:spChg chg="add del">
          <ac:chgData name="Dušan Brozman" userId="8ff6f0f7c8daa242" providerId="LiveId" clId="{6BA6992C-F62E-46DF-90A2-1BD46E9E45BB}" dt="2026-02-10T14:08:35.251" v="205" actId="26606"/>
          <ac:spMkLst>
            <pc:docMk/>
            <pc:sldMk cId="3678945571" sldId="256"/>
            <ac:spMk id="26" creationId="{0459807F-B6FA-44D3-9A53-C55B6B56884A}"/>
          </ac:spMkLst>
        </pc:spChg>
        <pc:spChg chg="add">
          <ac:chgData name="Dušan Brozman" userId="8ff6f0f7c8daa242" providerId="LiveId" clId="{6BA6992C-F62E-46DF-90A2-1BD46E9E45BB}" dt="2026-02-10T14:08:35.258" v="206" actId="26606"/>
          <ac:spMkLst>
            <pc:docMk/>
            <pc:sldMk cId="3678945571" sldId="256"/>
            <ac:spMk id="28" creationId="{E91DC736-0EF8-4F87-9146-EBF1D2EE4D3D}"/>
          </ac:spMkLst>
        </pc:spChg>
        <pc:spChg chg="add">
          <ac:chgData name="Dušan Brozman" userId="8ff6f0f7c8daa242" providerId="LiveId" clId="{6BA6992C-F62E-46DF-90A2-1BD46E9E45BB}" dt="2026-02-10T14:08:35.258" v="206" actId="26606"/>
          <ac:spMkLst>
            <pc:docMk/>
            <pc:sldMk cId="3678945571" sldId="256"/>
            <ac:spMk id="29" creationId="{097CD68E-23E3-4007-8847-CD0944C4F7BE}"/>
          </ac:spMkLst>
        </pc:spChg>
        <pc:spChg chg="add">
          <ac:chgData name="Dušan Brozman" userId="8ff6f0f7c8daa242" providerId="LiveId" clId="{6BA6992C-F62E-46DF-90A2-1BD46E9E45BB}" dt="2026-02-10T14:08:35.258" v="206" actId="26606"/>
          <ac:spMkLst>
            <pc:docMk/>
            <pc:sldMk cId="3678945571" sldId="256"/>
            <ac:spMk id="30" creationId="{AF2F604E-43BE-4DC3-B983-E071523364F8}"/>
          </ac:spMkLst>
        </pc:spChg>
        <pc:spChg chg="add">
          <ac:chgData name="Dušan Brozman" userId="8ff6f0f7c8daa242" providerId="LiveId" clId="{6BA6992C-F62E-46DF-90A2-1BD46E9E45BB}" dt="2026-02-10T14:08:35.258" v="206" actId="26606"/>
          <ac:spMkLst>
            <pc:docMk/>
            <pc:sldMk cId="3678945571" sldId="256"/>
            <ac:spMk id="31" creationId="{08C9B587-E65E-4B52-B37C-ABEBB6E87928}"/>
          </ac:spMkLst>
        </pc:spChg>
        <pc:picChg chg="add mod ord">
          <ac:chgData name="Dušan Brozman" userId="8ff6f0f7c8daa242" providerId="LiveId" clId="{6BA6992C-F62E-46DF-90A2-1BD46E9E45BB}" dt="2026-02-10T14:08:35.258" v="206" actId="26606"/>
          <ac:picMkLst>
            <pc:docMk/>
            <pc:sldMk cId="3678945571" sldId="256"/>
            <ac:picMk id="4" creationId="{CB649461-56E5-4F54-EBE1-4E24D0F42E05}"/>
          </ac:picMkLst>
        </pc:picChg>
        <pc:picChg chg="add del mod">
          <ac:chgData name="Dušan Brozman" userId="8ff6f0f7c8daa242" providerId="LiveId" clId="{6BA6992C-F62E-46DF-90A2-1BD46E9E45BB}" dt="2026-02-10T15:26:31.402" v="1130" actId="21"/>
          <ac:picMkLst>
            <pc:docMk/>
            <pc:sldMk cId="3678945571" sldId="256"/>
            <ac:picMk id="6" creationId="{A84082C0-F69C-7BAA-D99F-EAC161B54441}"/>
          </ac:picMkLst>
        </pc:picChg>
        <pc:picChg chg="add del">
          <ac:chgData name="Dušan Brozman" userId="8ff6f0f7c8daa242" providerId="LiveId" clId="{6BA6992C-F62E-46DF-90A2-1BD46E9E45BB}" dt="2026-02-10T14:06:20.161" v="5" actId="21"/>
          <ac:picMkLst>
            <pc:docMk/>
            <pc:sldMk cId="3678945571" sldId="256"/>
            <ac:picMk id="2050" creationId="{CB649461-56E5-4F54-EBE1-4E24D0F42E05}"/>
          </ac:picMkLst>
        </pc:picChg>
      </pc:sldChg>
      <pc:sldChg chg="addSp delSp modSp mod modTransition setBg">
        <pc:chgData name="Dušan Brozman" userId="8ff6f0f7c8daa242" providerId="LiveId" clId="{6BA6992C-F62E-46DF-90A2-1BD46E9E45BB}" dt="2026-02-10T15:30:33.051" v="1147"/>
        <pc:sldMkLst>
          <pc:docMk/>
          <pc:sldMk cId="721520703" sldId="257"/>
        </pc:sldMkLst>
        <pc:spChg chg="mod">
          <ac:chgData name="Dušan Brozman" userId="8ff6f0f7c8daa242" providerId="LiveId" clId="{6BA6992C-F62E-46DF-90A2-1BD46E9E45BB}" dt="2026-02-10T15:25:36.200" v="1116" actId="207"/>
          <ac:spMkLst>
            <pc:docMk/>
            <pc:sldMk cId="721520703" sldId="257"/>
            <ac:spMk id="2" creationId="{FF8E2B73-7861-2216-7828-E129A097DCB3}"/>
          </ac:spMkLst>
        </pc:spChg>
        <pc:spChg chg="del mod">
          <ac:chgData name="Dušan Brozman" userId="8ff6f0f7c8daa242" providerId="LiveId" clId="{6BA6992C-F62E-46DF-90A2-1BD46E9E45BB}" dt="2026-02-10T14:05:41.152" v="3" actId="21"/>
          <ac:spMkLst>
            <pc:docMk/>
            <pc:sldMk cId="721520703" sldId="257"/>
            <ac:spMk id="3" creationId="{F97A7078-3A4A-64D2-FCE7-2DCB8B1DA6CB}"/>
          </ac:spMkLst>
        </pc:spChg>
        <pc:spChg chg="add mod">
          <ac:chgData name="Dušan Brozman" userId="8ff6f0f7c8daa242" providerId="LiveId" clId="{6BA6992C-F62E-46DF-90A2-1BD46E9E45BB}" dt="2026-02-10T15:25:52.683" v="1117"/>
          <ac:spMkLst>
            <pc:docMk/>
            <pc:sldMk cId="721520703" sldId="257"/>
            <ac:spMk id="4" creationId="{C2B90BDA-2D11-21FE-7DBB-0A46987E27B1}"/>
          </ac:spMkLst>
        </pc:spChg>
        <pc:spChg chg="add mod">
          <ac:chgData name="Dušan Brozman" userId="8ff6f0f7c8daa242" providerId="LiveId" clId="{6BA6992C-F62E-46DF-90A2-1BD46E9E45BB}" dt="2026-02-10T15:25:52.683" v="1117"/>
          <ac:spMkLst>
            <pc:docMk/>
            <pc:sldMk cId="721520703" sldId="257"/>
            <ac:spMk id="6" creationId="{532E777C-AA46-FAEC-B43E-E1DC4E47FBAA}"/>
          </ac:spMkLst>
        </pc:spChg>
        <pc:spChg chg="add mod">
          <ac:chgData name="Dušan Brozman" userId="8ff6f0f7c8daa242" providerId="LiveId" clId="{6BA6992C-F62E-46DF-90A2-1BD46E9E45BB}" dt="2026-02-10T15:25:52.683" v="1117"/>
          <ac:spMkLst>
            <pc:docMk/>
            <pc:sldMk cId="721520703" sldId="257"/>
            <ac:spMk id="7" creationId="{BC2B4F75-FBDB-9111-0339-90EB5C37DC69}"/>
          </ac:spMkLst>
        </pc:spChg>
        <pc:spChg chg="add mod">
          <ac:chgData name="Dušan Brozman" userId="8ff6f0f7c8daa242" providerId="LiveId" clId="{6BA6992C-F62E-46DF-90A2-1BD46E9E45BB}" dt="2026-02-10T15:25:52.683" v="1117"/>
          <ac:spMkLst>
            <pc:docMk/>
            <pc:sldMk cId="721520703" sldId="257"/>
            <ac:spMk id="8" creationId="{02650D29-D8B4-10FA-7468-63D164A5A92F}"/>
          </ac:spMkLst>
        </pc:spChg>
        <pc:spChg chg="add del">
          <ac:chgData name="Dušan Brozman" userId="8ff6f0f7c8daa242" providerId="LiveId" clId="{6BA6992C-F62E-46DF-90A2-1BD46E9E45BB}" dt="2026-02-10T14:05:37.322" v="2" actId="26606"/>
          <ac:spMkLst>
            <pc:docMk/>
            <pc:sldMk cId="721520703" sldId="257"/>
            <ac:spMk id="1031" creationId="{93245F62-CCC4-49E4-B95B-EA6C1E790510}"/>
          </ac:spMkLst>
        </pc:spChg>
        <pc:spChg chg="add del">
          <ac:chgData name="Dušan Brozman" userId="8ff6f0f7c8daa242" providerId="LiveId" clId="{6BA6992C-F62E-46DF-90A2-1BD46E9E45BB}" dt="2026-02-10T14:05:37.322" v="2" actId="26606"/>
          <ac:spMkLst>
            <pc:docMk/>
            <pc:sldMk cId="721520703" sldId="257"/>
            <ac:spMk id="1033" creationId="{E6C0DD6B-6AA3-448F-9B99-8386295BC1B4}"/>
          </ac:spMkLst>
        </pc:spChg>
        <pc:picChg chg="add mod">
          <ac:chgData name="Dušan Brozman" userId="8ff6f0f7c8daa242" providerId="LiveId" clId="{6BA6992C-F62E-46DF-90A2-1BD46E9E45BB}" dt="2026-02-10T15:25:52.683" v="1117"/>
          <ac:picMkLst>
            <pc:docMk/>
            <pc:sldMk cId="721520703" sldId="257"/>
            <ac:picMk id="5" creationId="{2F89FB62-C89A-9C26-83DE-419105850F70}"/>
          </ac:picMkLst>
        </pc:picChg>
        <pc:picChg chg="add mod">
          <ac:chgData name="Dušan Brozman" userId="8ff6f0f7c8daa242" providerId="LiveId" clId="{6BA6992C-F62E-46DF-90A2-1BD46E9E45BB}" dt="2026-02-10T14:22:43.633" v="321" actId="1076"/>
          <ac:picMkLst>
            <pc:docMk/>
            <pc:sldMk cId="721520703" sldId="257"/>
            <ac:picMk id="1026" creationId="{6DD2F68F-B58E-1685-8C49-8308AEB74C65}"/>
          </ac:picMkLst>
        </pc:picChg>
        <pc:picChg chg="add mod">
          <ac:chgData name="Dušan Brozman" userId="8ff6f0f7c8daa242" providerId="LiveId" clId="{6BA6992C-F62E-46DF-90A2-1BD46E9E45BB}" dt="2026-02-10T14:22:40.893" v="320" actId="1076"/>
          <ac:picMkLst>
            <pc:docMk/>
            <pc:sldMk cId="721520703" sldId="257"/>
            <ac:picMk id="1028" creationId="{42407862-D89E-ADB2-636A-D2D29829AF07}"/>
          </ac:picMkLst>
        </pc:picChg>
      </pc:sldChg>
      <pc:sldChg chg="new del">
        <pc:chgData name="Dušan Brozman" userId="8ff6f0f7c8daa242" providerId="LiveId" clId="{6BA6992C-F62E-46DF-90A2-1BD46E9E45BB}" dt="2026-02-10T14:11:53.002" v="221" actId="2696"/>
        <pc:sldMkLst>
          <pc:docMk/>
          <pc:sldMk cId="836871659" sldId="258"/>
        </pc:sldMkLst>
      </pc:sldChg>
      <pc:sldChg chg="addSp delSp modSp new mod modTransition">
        <pc:chgData name="Dušan Brozman" userId="8ff6f0f7c8daa242" providerId="LiveId" clId="{6BA6992C-F62E-46DF-90A2-1BD46E9E45BB}" dt="2026-02-10T15:30:39.923" v="1148"/>
        <pc:sldMkLst>
          <pc:docMk/>
          <pc:sldMk cId="1541535502" sldId="258"/>
        </pc:sldMkLst>
        <pc:spChg chg="mod">
          <ac:chgData name="Dušan Brozman" userId="8ff6f0f7c8daa242" providerId="LiveId" clId="{6BA6992C-F62E-46DF-90A2-1BD46E9E45BB}" dt="2026-02-10T15:25:32.167" v="1115" actId="14100"/>
          <ac:spMkLst>
            <pc:docMk/>
            <pc:sldMk cId="1541535502" sldId="258"/>
            <ac:spMk id="2" creationId="{094F9185-EF1D-A290-501F-997919AFB687}"/>
          </ac:spMkLst>
        </pc:spChg>
        <pc:spChg chg="del">
          <ac:chgData name="Dušan Brozman" userId="8ff6f0f7c8daa242" providerId="LiveId" clId="{6BA6992C-F62E-46DF-90A2-1BD46E9E45BB}" dt="2026-02-10T14:14:38.374" v="265" actId="21"/>
          <ac:spMkLst>
            <pc:docMk/>
            <pc:sldMk cId="1541535502" sldId="258"/>
            <ac:spMk id="3" creationId="{776D5509-2AE1-E53D-9990-0730EBDADD41}"/>
          </ac:spMkLst>
        </pc:spChg>
        <pc:spChg chg="add del">
          <ac:chgData name="Dušan Brozman" userId="8ff6f0f7c8daa242" providerId="LiveId" clId="{6BA6992C-F62E-46DF-90A2-1BD46E9E45BB}" dt="2026-02-10T14:14:37.176" v="264" actId="22"/>
          <ac:spMkLst>
            <pc:docMk/>
            <pc:sldMk cId="1541535502" sldId="258"/>
            <ac:spMk id="5" creationId="{95740255-1CE5-45D2-8042-E57F6C2AEFD6}"/>
          </ac:spMkLst>
        </pc:spChg>
        <pc:spChg chg="add mod">
          <ac:chgData name="Dušan Brozman" userId="8ff6f0f7c8daa242" providerId="LiveId" clId="{6BA6992C-F62E-46DF-90A2-1BD46E9E45BB}" dt="2026-02-10T15:25:54.787" v="1118"/>
          <ac:spMkLst>
            <pc:docMk/>
            <pc:sldMk cId="1541535502" sldId="258"/>
            <ac:spMk id="6" creationId="{FFC75D8D-2631-813F-61DC-810D6232EA98}"/>
          </ac:spMkLst>
        </pc:spChg>
        <pc:spChg chg="add mod">
          <ac:chgData name="Dušan Brozman" userId="8ff6f0f7c8daa242" providerId="LiveId" clId="{6BA6992C-F62E-46DF-90A2-1BD46E9E45BB}" dt="2026-02-10T15:25:54.787" v="1118"/>
          <ac:spMkLst>
            <pc:docMk/>
            <pc:sldMk cId="1541535502" sldId="258"/>
            <ac:spMk id="8" creationId="{B6805661-DEC0-C19B-9D0F-DF3BAD5644DF}"/>
          </ac:spMkLst>
        </pc:spChg>
        <pc:spChg chg="add mod">
          <ac:chgData name="Dušan Brozman" userId="8ff6f0f7c8daa242" providerId="LiveId" clId="{6BA6992C-F62E-46DF-90A2-1BD46E9E45BB}" dt="2026-02-10T15:25:54.787" v="1118"/>
          <ac:spMkLst>
            <pc:docMk/>
            <pc:sldMk cId="1541535502" sldId="258"/>
            <ac:spMk id="9" creationId="{9798AF94-8385-BA9A-B444-21FAC4935221}"/>
          </ac:spMkLst>
        </pc:spChg>
        <pc:spChg chg="add mod">
          <ac:chgData name="Dušan Brozman" userId="8ff6f0f7c8daa242" providerId="LiveId" clId="{6BA6992C-F62E-46DF-90A2-1BD46E9E45BB}" dt="2026-02-10T15:25:54.787" v="1118"/>
          <ac:spMkLst>
            <pc:docMk/>
            <pc:sldMk cId="1541535502" sldId="258"/>
            <ac:spMk id="10" creationId="{8914E777-C8FF-523F-FFBF-58F5ADAE480C}"/>
          </ac:spMkLst>
        </pc:spChg>
        <pc:picChg chg="add mod">
          <ac:chgData name="Dušan Brozman" userId="8ff6f0f7c8daa242" providerId="LiveId" clId="{6BA6992C-F62E-46DF-90A2-1BD46E9E45BB}" dt="2026-02-10T15:25:54.787" v="1118"/>
          <ac:picMkLst>
            <pc:docMk/>
            <pc:sldMk cId="1541535502" sldId="258"/>
            <ac:picMk id="7" creationId="{5F8E4B77-3483-1509-3B5B-BFF40766D65B}"/>
          </ac:picMkLst>
        </pc:picChg>
        <pc:picChg chg="add mod">
          <ac:chgData name="Dušan Brozman" userId="8ff6f0f7c8daa242" providerId="LiveId" clId="{6BA6992C-F62E-46DF-90A2-1BD46E9E45BB}" dt="2026-02-10T15:28:37.685" v="1141" actId="1076"/>
          <ac:picMkLst>
            <pc:docMk/>
            <pc:sldMk cId="1541535502" sldId="258"/>
            <ac:picMk id="3074" creationId="{F6A2EA31-34A6-E191-AA08-A59AAEE709F4}"/>
          </ac:picMkLst>
        </pc:picChg>
        <pc:picChg chg="add mod">
          <ac:chgData name="Dušan Brozman" userId="8ff6f0f7c8daa242" providerId="LiveId" clId="{6BA6992C-F62E-46DF-90A2-1BD46E9E45BB}" dt="2026-02-10T15:28:37.685" v="1141" actId="1076"/>
          <ac:picMkLst>
            <pc:docMk/>
            <pc:sldMk cId="1541535502" sldId="258"/>
            <ac:picMk id="3076" creationId="{C17D0743-4E4C-49A9-1638-4DD65650ED2D}"/>
          </ac:picMkLst>
        </pc:picChg>
      </pc:sldChg>
      <pc:sldChg chg="addSp delSp modSp new mod modTransition">
        <pc:chgData name="Dušan Brozman" userId="8ff6f0f7c8daa242" providerId="LiveId" clId="{6BA6992C-F62E-46DF-90A2-1BD46E9E45BB}" dt="2026-02-10T15:30:46.432" v="1150"/>
        <pc:sldMkLst>
          <pc:docMk/>
          <pc:sldMk cId="3261387490" sldId="259"/>
        </pc:sldMkLst>
        <pc:spChg chg="mod">
          <ac:chgData name="Dušan Brozman" userId="8ff6f0f7c8daa242" providerId="LiveId" clId="{6BA6992C-F62E-46DF-90A2-1BD46E9E45BB}" dt="2026-02-10T15:25:21.300" v="1113" actId="207"/>
          <ac:spMkLst>
            <pc:docMk/>
            <pc:sldMk cId="3261387490" sldId="259"/>
            <ac:spMk id="2" creationId="{75CF45CD-53CA-B5A5-2434-DD6CDE17DBB8}"/>
          </ac:spMkLst>
        </pc:spChg>
        <pc:spChg chg="del">
          <ac:chgData name="Dušan Brozman" userId="8ff6f0f7c8daa242" providerId="LiveId" clId="{6BA6992C-F62E-46DF-90A2-1BD46E9E45BB}" dt="2026-02-10T14:24:18.303" v="355" actId="21"/>
          <ac:spMkLst>
            <pc:docMk/>
            <pc:sldMk cId="3261387490" sldId="259"/>
            <ac:spMk id="3" creationId="{D757E88B-CEB1-65A6-FD9A-F469A96E93F8}"/>
          </ac:spMkLst>
        </pc:spChg>
        <pc:spChg chg="add">
          <ac:chgData name="Dušan Brozman" userId="8ff6f0f7c8daa242" providerId="LiveId" clId="{6BA6992C-F62E-46DF-90A2-1BD46E9E45BB}" dt="2026-02-10T14:53:02.806" v="566"/>
          <ac:spMkLst>
            <pc:docMk/>
            <pc:sldMk cId="3261387490" sldId="259"/>
            <ac:spMk id="4" creationId="{B23D4F3B-50F0-D7E3-74D4-F9130718C319}"/>
          </ac:spMkLst>
        </pc:spChg>
        <pc:spChg chg="add del mod">
          <ac:chgData name="Dušan Brozman" userId="8ff6f0f7c8daa242" providerId="LiveId" clId="{6BA6992C-F62E-46DF-90A2-1BD46E9E45BB}" dt="2026-02-10T14:53:17.011" v="572" actId="21"/>
          <ac:spMkLst>
            <pc:docMk/>
            <pc:sldMk cId="3261387490" sldId="259"/>
            <ac:spMk id="5" creationId="{014A6AC6-489F-76BB-4DC6-211C90B201F7}"/>
          </ac:spMkLst>
        </pc:spChg>
        <pc:spChg chg="add">
          <ac:chgData name="Dušan Brozman" userId="8ff6f0f7c8daa242" providerId="LiveId" clId="{6BA6992C-F62E-46DF-90A2-1BD46E9E45BB}" dt="2026-02-10T14:53:25.317" v="573"/>
          <ac:spMkLst>
            <pc:docMk/>
            <pc:sldMk cId="3261387490" sldId="259"/>
            <ac:spMk id="6" creationId="{3DB39605-3471-BB52-39B5-3B0BCF5423B9}"/>
          </ac:spMkLst>
        </pc:spChg>
        <pc:spChg chg="add mod">
          <ac:chgData name="Dušan Brozman" userId="8ff6f0f7c8daa242" providerId="LiveId" clId="{6BA6992C-F62E-46DF-90A2-1BD46E9E45BB}" dt="2026-02-10T15:25:56.626" v="1119"/>
          <ac:spMkLst>
            <pc:docMk/>
            <pc:sldMk cId="3261387490" sldId="259"/>
            <ac:spMk id="7" creationId="{C47FDD20-C73C-B6AA-79DD-048453F37D17}"/>
          </ac:spMkLst>
        </pc:spChg>
        <pc:spChg chg="add mod">
          <ac:chgData name="Dušan Brozman" userId="8ff6f0f7c8daa242" providerId="LiveId" clId="{6BA6992C-F62E-46DF-90A2-1BD46E9E45BB}" dt="2026-02-10T15:25:56.626" v="1119"/>
          <ac:spMkLst>
            <pc:docMk/>
            <pc:sldMk cId="3261387490" sldId="259"/>
            <ac:spMk id="9" creationId="{06BA71A9-DEC8-7110-8F85-1A96D04A5995}"/>
          </ac:spMkLst>
        </pc:spChg>
        <pc:spChg chg="add mod">
          <ac:chgData name="Dušan Brozman" userId="8ff6f0f7c8daa242" providerId="LiveId" clId="{6BA6992C-F62E-46DF-90A2-1BD46E9E45BB}" dt="2026-02-10T15:25:56.626" v="1119"/>
          <ac:spMkLst>
            <pc:docMk/>
            <pc:sldMk cId="3261387490" sldId="259"/>
            <ac:spMk id="10" creationId="{34D74ADF-831D-E497-18F9-C08E6DD72BC5}"/>
          </ac:spMkLst>
        </pc:spChg>
        <pc:spChg chg="add mod">
          <ac:chgData name="Dušan Brozman" userId="8ff6f0f7c8daa242" providerId="LiveId" clId="{6BA6992C-F62E-46DF-90A2-1BD46E9E45BB}" dt="2026-02-10T15:25:56.626" v="1119"/>
          <ac:spMkLst>
            <pc:docMk/>
            <pc:sldMk cId="3261387490" sldId="259"/>
            <ac:spMk id="11" creationId="{14151850-6007-C315-1305-34A813EDE67F}"/>
          </ac:spMkLst>
        </pc:spChg>
        <pc:picChg chg="add mod">
          <ac:chgData name="Dušan Brozman" userId="8ff6f0f7c8daa242" providerId="LiveId" clId="{6BA6992C-F62E-46DF-90A2-1BD46E9E45BB}" dt="2026-02-10T15:25:56.626" v="1119"/>
          <ac:picMkLst>
            <pc:docMk/>
            <pc:sldMk cId="3261387490" sldId="259"/>
            <ac:picMk id="8" creationId="{C84F10E7-7117-B688-9D7E-BB5F8DAB66DE}"/>
          </ac:picMkLst>
        </pc:picChg>
        <pc:picChg chg="add mod">
          <ac:chgData name="Dušan Brozman" userId="8ff6f0f7c8daa242" providerId="LiveId" clId="{6BA6992C-F62E-46DF-90A2-1BD46E9E45BB}" dt="2026-02-10T14:54:46.152" v="578" actId="1076"/>
          <ac:picMkLst>
            <pc:docMk/>
            <pc:sldMk cId="3261387490" sldId="259"/>
            <ac:picMk id="4098" creationId="{B2DC5C69-ACE2-F91A-859F-23E5BA14CB1F}"/>
          </ac:picMkLst>
        </pc:picChg>
        <pc:picChg chg="add mod">
          <ac:chgData name="Dušan Brozman" userId="8ff6f0f7c8daa242" providerId="LiveId" clId="{6BA6992C-F62E-46DF-90A2-1BD46E9E45BB}" dt="2026-02-10T14:54:53.344" v="579" actId="1076"/>
          <ac:picMkLst>
            <pc:docMk/>
            <pc:sldMk cId="3261387490" sldId="259"/>
            <ac:picMk id="4106" creationId="{EF0B0344-8DE3-9688-E790-2FCE08ABDFE8}"/>
          </ac:picMkLst>
        </pc:picChg>
        <pc:picChg chg="add mod">
          <ac:chgData name="Dušan Brozman" userId="8ff6f0f7c8daa242" providerId="LiveId" clId="{6BA6992C-F62E-46DF-90A2-1BD46E9E45BB}" dt="2026-02-10T14:54:53.344" v="579" actId="1076"/>
          <ac:picMkLst>
            <pc:docMk/>
            <pc:sldMk cId="3261387490" sldId="259"/>
            <ac:picMk id="4108" creationId="{DD8B7CAF-638F-33C2-FD79-61D5A1321493}"/>
          </ac:picMkLst>
        </pc:picChg>
      </pc:sldChg>
      <pc:sldChg chg="addSp delSp modSp new mod modTransition">
        <pc:chgData name="Dušan Brozman" userId="8ff6f0f7c8daa242" providerId="LiveId" clId="{6BA6992C-F62E-46DF-90A2-1BD46E9E45BB}" dt="2026-02-10T15:30:53.516" v="1152"/>
        <pc:sldMkLst>
          <pc:docMk/>
          <pc:sldMk cId="313755882" sldId="260"/>
        </pc:sldMkLst>
        <pc:spChg chg="mod">
          <ac:chgData name="Dušan Brozman" userId="8ff6f0f7c8daa242" providerId="LiveId" clId="{6BA6992C-F62E-46DF-90A2-1BD46E9E45BB}" dt="2026-02-10T15:28:49.678" v="1142" actId="14100"/>
          <ac:spMkLst>
            <pc:docMk/>
            <pc:sldMk cId="313755882" sldId="260"/>
            <ac:spMk id="2" creationId="{CC3B4C80-DB0D-EBA2-76EC-BFBAD79A60AE}"/>
          </ac:spMkLst>
        </pc:spChg>
        <pc:spChg chg="del">
          <ac:chgData name="Dušan Brozman" userId="8ff6f0f7c8daa242" providerId="LiveId" clId="{6BA6992C-F62E-46DF-90A2-1BD46E9E45BB}" dt="2026-02-10T14:34:24.719" v="448" actId="21"/>
          <ac:spMkLst>
            <pc:docMk/>
            <pc:sldMk cId="313755882" sldId="260"/>
            <ac:spMk id="3" creationId="{978C4CB7-E5F6-576B-8A55-10351C965744}"/>
          </ac:spMkLst>
        </pc:spChg>
        <pc:spChg chg="add mod">
          <ac:chgData name="Dušan Brozman" userId="8ff6f0f7c8daa242" providerId="LiveId" clId="{6BA6992C-F62E-46DF-90A2-1BD46E9E45BB}" dt="2026-02-10T15:25:58.149" v="1120"/>
          <ac:spMkLst>
            <pc:docMk/>
            <pc:sldMk cId="313755882" sldId="260"/>
            <ac:spMk id="4" creationId="{ABEEF78C-295A-C6C8-3CE5-DA9D73312EA4}"/>
          </ac:spMkLst>
        </pc:spChg>
        <pc:spChg chg="add mod">
          <ac:chgData name="Dušan Brozman" userId="8ff6f0f7c8daa242" providerId="LiveId" clId="{6BA6992C-F62E-46DF-90A2-1BD46E9E45BB}" dt="2026-02-10T15:25:58.149" v="1120"/>
          <ac:spMkLst>
            <pc:docMk/>
            <pc:sldMk cId="313755882" sldId="260"/>
            <ac:spMk id="6" creationId="{26EAF506-C96C-C6BD-9EFA-5FCC48206EF3}"/>
          </ac:spMkLst>
        </pc:spChg>
        <pc:spChg chg="add mod">
          <ac:chgData name="Dušan Brozman" userId="8ff6f0f7c8daa242" providerId="LiveId" clId="{6BA6992C-F62E-46DF-90A2-1BD46E9E45BB}" dt="2026-02-10T15:25:58.149" v="1120"/>
          <ac:spMkLst>
            <pc:docMk/>
            <pc:sldMk cId="313755882" sldId="260"/>
            <ac:spMk id="7" creationId="{70382BE4-BDD9-6B30-9CD0-13700F729FAE}"/>
          </ac:spMkLst>
        </pc:spChg>
        <pc:spChg chg="add mod">
          <ac:chgData name="Dušan Brozman" userId="8ff6f0f7c8daa242" providerId="LiveId" clId="{6BA6992C-F62E-46DF-90A2-1BD46E9E45BB}" dt="2026-02-10T15:25:58.149" v="1120"/>
          <ac:spMkLst>
            <pc:docMk/>
            <pc:sldMk cId="313755882" sldId="260"/>
            <ac:spMk id="8" creationId="{A2B6C9C5-0BB3-D2F2-2259-7D45744D8D8A}"/>
          </ac:spMkLst>
        </pc:spChg>
        <pc:picChg chg="add mod">
          <ac:chgData name="Dušan Brozman" userId="8ff6f0f7c8daa242" providerId="LiveId" clId="{6BA6992C-F62E-46DF-90A2-1BD46E9E45BB}" dt="2026-02-10T15:25:58.149" v="1120"/>
          <ac:picMkLst>
            <pc:docMk/>
            <pc:sldMk cId="313755882" sldId="260"/>
            <ac:picMk id="5" creationId="{5CFB1019-ACC1-C1B8-E533-8C9067ECF84F}"/>
          </ac:picMkLst>
        </pc:picChg>
        <pc:picChg chg="add mod">
          <ac:chgData name="Dušan Brozman" userId="8ff6f0f7c8daa242" providerId="LiveId" clId="{6BA6992C-F62E-46DF-90A2-1BD46E9E45BB}" dt="2026-02-10T14:34:47.664" v="452" actId="1076"/>
          <ac:picMkLst>
            <pc:docMk/>
            <pc:sldMk cId="313755882" sldId="260"/>
            <ac:picMk id="5122" creationId="{1155F4B7-353C-7EFA-7893-8F91981B81AA}"/>
          </ac:picMkLst>
        </pc:picChg>
      </pc:sldChg>
      <pc:sldChg chg="addSp delSp modSp new mod modTransition">
        <pc:chgData name="Dušan Brozman" userId="8ff6f0f7c8daa242" providerId="LiveId" clId="{6BA6992C-F62E-46DF-90A2-1BD46E9E45BB}" dt="2026-02-10T15:31:03.906" v="1155"/>
        <pc:sldMkLst>
          <pc:docMk/>
          <pc:sldMk cId="112218088" sldId="261"/>
        </pc:sldMkLst>
        <pc:spChg chg="mod">
          <ac:chgData name="Dušan Brozman" userId="8ff6f0f7c8daa242" providerId="LiveId" clId="{6BA6992C-F62E-46DF-90A2-1BD46E9E45BB}" dt="2026-02-10T15:24:55.751" v="1107" actId="207"/>
          <ac:spMkLst>
            <pc:docMk/>
            <pc:sldMk cId="112218088" sldId="261"/>
            <ac:spMk id="2" creationId="{6BEC5C92-2B79-E291-E350-86B602385DBE}"/>
          </ac:spMkLst>
        </pc:spChg>
        <pc:spChg chg="del">
          <ac:chgData name="Dušan Brozman" userId="8ff6f0f7c8daa242" providerId="LiveId" clId="{6BA6992C-F62E-46DF-90A2-1BD46E9E45BB}" dt="2026-02-10T14:35:52.594" v="503" actId="21"/>
          <ac:spMkLst>
            <pc:docMk/>
            <pc:sldMk cId="112218088" sldId="261"/>
            <ac:spMk id="3" creationId="{F3C2653C-765E-C14C-8919-1235A9A5E510}"/>
          </ac:spMkLst>
        </pc:spChg>
        <pc:spChg chg="add mod">
          <ac:chgData name="Dušan Brozman" userId="8ff6f0f7c8daa242" providerId="LiveId" clId="{6BA6992C-F62E-46DF-90A2-1BD46E9E45BB}" dt="2026-02-10T15:24:21.297" v="1104" actId="207"/>
          <ac:spMkLst>
            <pc:docMk/>
            <pc:sldMk cId="112218088" sldId="261"/>
            <ac:spMk id="4" creationId="{F94BEA97-2BD8-13E4-EF19-6E6845885BCA}"/>
          </ac:spMkLst>
        </pc:spChg>
        <pc:spChg chg="add del mod">
          <ac:chgData name="Dušan Brozman" userId="8ff6f0f7c8daa242" providerId="LiveId" clId="{6BA6992C-F62E-46DF-90A2-1BD46E9E45BB}" dt="2026-02-10T15:16:00.982" v="894" actId="47"/>
          <ac:spMkLst>
            <pc:docMk/>
            <pc:sldMk cId="112218088" sldId="261"/>
            <ac:spMk id="5" creationId="{222325EC-9B1C-5969-0D86-00101CA9917C}"/>
          </ac:spMkLst>
        </pc:spChg>
        <pc:spChg chg="add mod">
          <ac:chgData name="Dušan Brozman" userId="8ff6f0f7c8daa242" providerId="LiveId" clId="{6BA6992C-F62E-46DF-90A2-1BD46E9E45BB}" dt="2026-02-10T15:21:57.172" v="1079" actId="1076"/>
          <ac:spMkLst>
            <pc:docMk/>
            <pc:sldMk cId="112218088" sldId="261"/>
            <ac:spMk id="6" creationId="{026A6284-DFC0-AE07-297E-18AF65935DA8}"/>
          </ac:spMkLst>
        </pc:spChg>
        <pc:spChg chg="add mod ord">
          <ac:chgData name="Dušan Brozman" userId="8ff6f0f7c8daa242" providerId="LiveId" clId="{6BA6992C-F62E-46DF-90A2-1BD46E9E45BB}" dt="2026-02-10T15:20:28.852" v="1002" actId="1076"/>
          <ac:spMkLst>
            <pc:docMk/>
            <pc:sldMk cId="112218088" sldId="261"/>
            <ac:spMk id="7" creationId="{64725FCD-A6E3-7177-87FD-8E625FA7B0E4}"/>
          </ac:spMkLst>
        </pc:spChg>
        <pc:spChg chg="add del mod">
          <ac:chgData name="Dušan Brozman" userId="8ff6f0f7c8daa242" providerId="LiveId" clId="{6BA6992C-F62E-46DF-90A2-1BD46E9E45BB}" dt="2026-02-10T15:23:13.915" v="1095" actId="21"/>
          <ac:spMkLst>
            <pc:docMk/>
            <pc:sldMk cId="112218088" sldId="261"/>
            <ac:spMk id="8" creationId="{0EF2BC2A-0C81-C19B-F51D-F62F655BE6E5}"/>
          </ac:spMkLst>
        </pc:spChg>
        <pc:spChg chg="add mod">
          <ac:chgData name="Dušan Brozman" userId="8ff6f0f7c8daa242" providerId="LiveId" clId="{6BA6992C-F62E-46DF-90A2-1BD46E9E45BB}" dt="2026-02-10T15:24:28.751" v="1105" actId="207"/>
          <ac:spMkLst>
            <pc:docMk/>
            <pc:sldMk cId="112218088" sldId="261"/>
            <ac:spMk id="9" creationId="{C8C33C08-E39D-9C37-65AD-3BDD44C09AA5}"/>
          </ac:spMkLst>
        </pc:spChg>
        <pc:picChg chg="add mod">
          <ac:chgData name="Dušan Brozman" userId="8ff6f0f7c8daa242" providerId="LiveId" clId="{6BA6992C-F62E-46DF-90A2-1BD46E9E45BB}" dt="2026-02-10T15:13:52.051" v="875" actId="1076"/>
          <ac:picMkLst>
            <pc:docMk/>
            <pc:sldMk cId="112218088" sldId="261"/>
            <ac:picMk id="6146" creationId="{19076065-D722-262F-1033-3859D7909DE8}"/>
          </ac:picMkLst>
        </pc:picChg>
        <pc:picChg chg="add mod">
          <ac:chgData name="Dušan Brozman" userId="8ff6f0f7c8daa242" providerId="LiveId" clId="{6BA6992C-F62E-46DF-90A2-1BD46E9E45BB}" dt="2026-02-10T15:14:37.651" v="886" actId="14100"/>
          <ac:picMkLst>
            <pc:docMk/>
            <pc:sldMk cId="112218088" sldId="261"/>
            <ac:picMk id="6148" creationId="{9B992225-BDCB-F2B8-73F5-E09814473012}"/>
          </ac:picMkLst>
        </pc:picChg>
      </pc:sldChg>
      <pc:sldChg chg="addSp delSp modSp new mod modTransition">
        <pc:chgData name="Dušan Brozman" userId="8ff6f0f7c8daa242" providerId="LiveId" clId="{6BA6992C-F62E-46DF-90A2-1BD46E9E45BB}" dt="2026-02-10T15:31:08.872" v="1156"/>
        <pc:sldMkLst>
          <pc:docMk/>
          <pc:sldMk cId="1694132565" sldId="262"/>
        </pc:sldMkLst>
        <pc:spChg chg="mod">
          <ac:chgData name="Dušan Brozman" userId="8ff6f0f7c8daa242" providerId="LiveId" clId="{6BA6992C-F62E-46DF-90A2-1BD46E9E45BB}" dt="2026-02-10T15:25:01.397" v="1108" actId="207"/>
          <ac:spMkLst>
            <pc:docMk/>
            <pc:sldMk cId="1694132565" sldId="262"/>
            <ac:spMk id="2" creationId="{47645E26-FF08-2533-64BC-266F3C143F1C}"/>
          </ac:spMkLst>
        </pc:spChg>
        <pc:spChg chg="del">
          <ac:chgData name="Dušan Brozman" userId="8ff6f0f7c8daa242" providerId="LiveId" clId="{6BA6992C-F62E-46DF-90A2-1BD46E9E45BB}" dt="2026-02-10T14:49:22.059" v="558" actId="21"/>
          <ac:spMkLst>
            <pc:docMk/>
            <pc:sldMk cId="1694132565" sldId="262"/>
            <ac:spMk id="3" creationId="{78730163-16D3-D2A9-509B-A489A2A943EC}"/>
          </ac:spMkLst>
        </pc:spChg>
        <pc:spChg chg="add">
          <ac:chgData name="Dušan Brozman" userId="8ff6f0f7c8daa242" providerId="LiveId" clId="{6BA6992C-F62E-46DF-90A2-1BD46E9E45BB}" dt="2026-02-10T14:48:17.845" v="546"/>
          <ac:spMkLst>
            <pc:docMk/>
            <pc:sldMk cId="1694132565" sldId="262"/>
            <ac:spMk id="4" creationId="{9791334B-4C3E-B91E-5006-07B42978B0BD}"/>
          </ac:spMkLst>
        </pc:spChg>
        <pc:spChg chg="add">
          <ac:chgData name="Dušan Brozman" userId="8ff6f0f7c8daa242" providerId="LiveId" clId="{6BA6992C-F62E-46DF-90A2-1BD46E9E45BB}" dt="2026-02-10T14:48:41.386" v="549"/>
          <ac:spMkLst>
            <pc:docMk/>
            <pc:sldMk cId="1694132565" sldId="262"/>
            <ac:spMk id="5" creationId="{2DEDF24A-579D-ED9F-BF03-1179E8E327EA}"/>
          </ac:spMkLst>
        </pc:spChg>
        <pc:spChg chg="add">
          <ac:chgData name="Dušan Brozman" userId="8ff6f0f7c8daa242" providerId="LiveId" clId="{6BA6992C-F62E-46DF-90A2-1BD46E9E45BB}" dt="2026-02-10T14:48:43.219" v="550"/>
          <ac:spMkLst>
            <pc:docMk/>
            <pc:sldMk cId="1694132565" sldId="262"/>
            <ac:spMk id="6" creationId="{08DFCA1C-49A7-03B8-6830-3088DA6FA548}"/>
          </ac:spMkLst>
        </pc:spChg>
        <pc:spChg chg="add">
          <ac:chgData name="Dušan Brozman" userId="8ff6f0f7c8daa242" providerId="LiveId" clId="{6BA6992C-F62E-46DF-90A2-1BD46E9E45BB}" dt="2026-02-10T14:48:49.718" v="551"/>
          <ac:spMkLst>
            <pc:docMk/>
            <pc:sldMk cId="1694132565" sldId="262"/>
            <ac:spMk id="7" creationId="{82463F67-0BC4-D098-6C11-C16407253D1B}"/>
          </ac:spMkLst>
        </pc:spChg>
        <pc:spChg chg="add mod">
          <ac:chgData name="Dušan Brozman" userId="8ff6f0f7c8daa242" providerId="LiveId" clId="{6BA6992C-F62E-46DF-90A2-1BD46E9E45BB}" dt="2026-02-10T15:25:59.995" v="1121"/>
          <ac:spMkLst>
            <pc:docMk/>
            <pc:sldMk cId="1694132565" sldId="262"/>
            <ac:spMk id="11" creationId="{9E822035-FAA6-8584-53A0-0D36866BA00D}"/>
          </ac:spMkLst>
        </pc:spChg>
        <pc:spChg chg="add mod">
          <ac:chgData name="Dušan Brozman" userId="8ff6f0f7c8daa242" providerId="LiveId" clId="{6BA6992C-F62E-46DF-90A2-1BD46E9E45BB}" dt="2026-02-10T15:25:59.995" v="1121"/>
          <ac:spMkLst>
            <pc:docMk/>
            <pc:sldMk cId="1694132565" sldId="262"/>
            <ac:spMk id="13" creationId="{0B6DE192-62CB-F88F-9A59-0B03ADD5F003}"/>
          </ac:spMkLst>
        </pc:spChg>
        <pc:spChg chg="add mod">
          <ac:chgData name="Dušan Brozman" userId="8ff6f0f7c8daa242" providerId="LiveId" clId="{6BA6992C-F62E-46DF-90A2-1BD46E9E45BB}" dt="2026-02-10T15:25:59.995" v="1121"/>
          <ac:spMkLst>
            <pc:docMk/>
            <pc:sldMk cId="1694132565" sldId="262"/>
            <ac:spMk id="14" creationId="{BB01FC83-E6E4-B62D-35B6-E1C8AD2BBD16}"/>
          </ac:spMkLst>
        </pc:spChg>
        <pc:spChg chg="add mod">
          <ac:chgData name="Dušan Brozman" userId="8ff6f0f7c8daa242" providerId="LiveId" clId="{6BA6992C-F62E-46DF-90A2-1BD46E9E45BB}" dt="2026-02-10T15:25:59.995" v="1121"/>
          <ac:spMkLst>
            <pc:docMk/>
            <pc:sldMk cId="1694132565" sldId="262"/>
            <ac:spMk id="15" creationId="{498F549E-E7CC-108A-2B72-79ADB78DABB3}"/>
          </ac:spMkLst>
        </pc:spChg>
        <pc:picChg chg="add del mod">
          <ac:chgData name="Dušan Brozman" userId="8ff6f0f7c8daa242" providerId="LiveId" clId="{6BA6992C-F62E-46DF-90A2-1BD46E9E45BB}" dt="2026-02-10T14:49:15.530" v="555" actId="21"/>
          <ac:picMkLst>
            <pc:docMk/>
            <pc:sldMk cId="1694132565" sldId="262"/>
            <ac:picMk id="9" creationId="{B08DEC05-80F5-EA5F-B80D-E9D2BE2BE3A9}"/>
          </ac:picMkLst>
        </pc:picChg>
        <pc:picChg chg="add mod">
          <ac:chgData name="Dušan Brozman" userId="8ff6f0f7c8daa242" providerId="LiveId" clId="{6BA6992C-F62E-46DF-90A2-1BD46E9E45BB}" dt="2026-02-10T14:51:41.810" v="564" actId="1076"/>
          <ac:picMkLst>
            <pc:docMk/>
            <pc:sldMk cId="1694132565" sldId="262"/>
            <ac:picMk id="10" creationId="{B08DEC05-80F5-EA5F-B80D-E9D2BE2BE3A9}"/>
          </ac:picMkLst>
        </pc:picChg>
        <pc:picChg chg="add mod">
          <ac:chgData name="Dušan Brozman" userId="8ff6f0f7c8daa242" providerId="LiveId" clId="{6BA6992C-F62E-46DF-90A2-1BD46E9E45BB}" dt="2026-02-10T15:25:59.995" v="1121"/>
          <ac:picMkLst>
            <pc:docMk/>
            <pc:sldMk cId="1694132565" sldId="262"/>
            <ac:picMk id="12" creationId="{E4B5DF84-1875-AB06-2DA9-5F6F54639B7A}"/>
          </ac:picMkLst>
        </pc:picChg>
      </pc:sldChg>
      <pc:sldChg chg="addSp delSp modSp new mod modTransition">
        <pc:chgData name="Dušan Brozman" userId="8ff6f0f7c8daa242" providerId="LiveId" clId="{6BA6992C-F62E-46DF-90A2-1BD46E9E45BB}" dt="2026-02-10T15:31:18.504" v="1158"/>
        <pc:sldMkLst>
          <pc:docMk/>
          <pc:sldMk cId="872747460" sldId="263"/>
        </pc:sldMkLst>
        <pc:spChg chg="mod">
          <ac:chgData name="Dušan Brozman" userId="8ff6f0f7c8daa242" providerId="LiveId" clId="{6BA6992C-F62E-46DF-90A2-1BD46E9E45BB}" dt="2026-02-10T15:29:08.786" v="1143" actId="1076"/>
          <ac:spMkLst>
            <pc:docMk/>
            <pc:sldMk cId="872747460" sldId="263"/>
            <ac:spMk id="2" creationId="{AE094813-9600-1C1C-6241-F25FC80B76F1}"/>
          </ac:spMkLst>
        </pc:spChg>
        <pc:spChg chg="del">
          <ac:chgData name="Dušan Brozman" userId="8ff6f0f7c8daa242" providerId="LiveId" clId="{6BA6992C-F62E-46DF-90A2-1BD46E9E45BB}" dt="2026-02-10T15:06:18.580" v="630" actId="21"/>
          <ac:spMkLst>
            <pc:docMk/>
            <pc:sldMk cId="872747460" sldId="263"/>
            <ac:spMk id="3" creationId="{293B5BE7-D3F6-E0C0-0ED6-8EAAF2B8EA94}"/>
          </ac:spMkLst>
        </pc:spChg>
        <pc:spChg chg="add del">
          <ac:chgData name="Dušan Brozman" userId="8ff6f0f7c8daa242" providerId="LiveId" clId="{6BA6992C-F62E-46DF-90A2-1BD46E9E45BB}" dt="2026-02-10T15:04:24.152" v="608" actId="22"/>
          <ac:spMkLst>
            <pc:docMk/>
            <pc:sldMk cId="872747460" sldId="263"/>
            <ac:spMk id="5" creationId="{B59A850D-1E9A-0123-EECC-7E9829C84069}"/>
          </ac:spMkLst>
        </pc:spChg>
        <pc:spChg chg="add mod">
          <ac:chgData name="Dušan Brozman" userId="8ff6f0f7c8daa242" providerId="LiveId" clId="{6BA6992C-F62E-46DF-90A2-1BD46E9E45BB}" dt="2026-02-10T15:26:01.531" v="1122"/>
          <ac:spMkLst>
            <pc:docMk/>
            <pc:sldMk cId="872747460" sldId="263"/>
            <ac:spMk id="6" creationId="{624D1235-9C8E-2DFD-4F91-53C6E35552A5}"/>
          </ac:spMkLst>
        </pc:spChg>
        <pc:spChg chg="add mod">
          <ac:chgData name="Dušan Brozman" userId="8ff6f0f7c8daa242" providerId="LiveId" clId="{6BA6992C-F62E-46DF-90A2-1BD46E9E45BB}" dt="2026-02-10T15:26:01.531" v="1122"/>
          <ac:spMkLst>
            <pc:docMk/>
            <pc:sldMk cId="872747460" sldId="263"/>
            <ac:spMk id="8" creationId="{224A5C25-2F30-7CB8-AF7D-4EC6AD10B4D1}"/>
          </ac:spMkLst>
        </pc:spChg>
        <pc:spChg chg="add mod">
          <ac:chgData name="Dušan Brozman" userId="8ff6f0f7c8daa242" providerId="LiveId" clId="{6BA6992C-F62E-46DF-90A2-1BD46E9E45BB}" dt="2026-02-10T15:26:01.531" v="1122"/>
          <ac:spMkLst>
            <pc:docMk/>
            <pc:sldMk cId="872747460" sldId="263"/>
            <ac:spMk id="9" creationId="{A2F0A15F-4229-ED27-628F-F8C668EDC6B5}"/>
          </ac:spMkLst>
        </pc:spChg>
        <pc:spChg chg="add mod">
          <ac:chgData name="Dušan Brozman" userId="8ff6f0f7c8daa242" providerId="LiveId" clId="{6BA6992C-F62E-46DF-90A2-1BD46E9E45BB}" dt="2026-02-10T15:26:01.531" v="1122"/>
          <ac:spMkLst>
            <pc:docMk/>
            <pc:sldMk cId="872747460" sldId="263"/>
            <ac:spMk id="10" creationId="{7C10CDBD-BD88-CE64-5982-AD84CD4C7B27}"/>
          </ac:spMkLst>
        </pc:spChg>
        <pc:picChg chg="add mod">
          <ac:chgData name="Dušan Brozman" userId="8ff6f0f7c8daa242" providerId="LiveId" clId="{6BA6992C-F62E-46DF-90A2-1BD46E9E45BB}" dt="2026-02-10T15:26:01.531" v="1122"/>
          <ac:picMkLst>
            <pc:docMk/>
            <pc:sldMk cId="872747460" sldId="263"/>
            <ac:picMk id="7" creationId="{7E37AFD9-6D36-69AB-8CA8-64DEAF96F072}"/>
          </ac:picMkLst>
        </pc:picChg>
        <pc:picChg chg="add mod">
          <ac:chgData name="Dušan Brozman" userId="8ff6f0f7c8daa242" providerId="LiveId" clId="{6BA6992C-F62E-46DF-90A2-1BD46E9E45BB}" dt="2026-02-10T15:29:26.777" v="1145" actId="1076"/>
          <ac:picMkLst>
            <pc:docMk/>
            <pc:sldMk cId="872747460" sldId="263"/>
            <ac:picMk id="8194" creationId="{00F42C63-1B4E-0E4E-F1D5-E920D2D7D60A}"/>
          </ac:picMkLst>
        </pc:picChg>
        <pc:picChg chg="add mod">
          <ac:chgData name="Dušan Brozman" userId="8ff6f0f7c8daa242" providerId="LiveId" clId="{6BA6992C-F62E-46DF-90A2-1BD46E9E45BB}" dt="2026-02-10T15:29:26.777" v="1145" actId="1076"/>
          <ac:picMkLst>
            <pc:docMk/>
            <pc:sldMk cId="872747460" sldId="263"/>
            <ac:picMk id="8196" creationId="{4149E326-99FB-8189-CBA3-B6E9AD9042F1}"/>
          </ac:picMkLst>
        </pc:picChg>
      </pc:sldChg>
      <pc:sldChg chg="addSp delSp modSp new mod modTransition">
        <pc:chgData name="Dušan Brozman" userId="8ff6f0f7c8daa242" providerId="LiveId" clId="{6BA6992C-F62E-46DF-90A2-1BD46E9E45BB}" dt="2026-02-10T15:31:28.667" v="1160"/>
        <pc:sldMkLst>
          <pc:docMk/>
          <pc:sldMk cId="434292101" sldId="264"/>
        </pc:sldMkLst>
        <pc:spChg chg="mod">
          <ac:chgData name="Dušan Brozman" userId="8ff6f0f7c8daa242" providerId="LiveId" clId="{6BA6992C-F62E-46DF-90A2-1BD46E9E45BB}" dt="2026-02-10T15:29:16.932" v="1144" actId="1076"/>
          <ac:spMkLst>
            <pc:docMk/>
            <pc:sldMk cId="434292101" sldId="264"/>
            <ac:spMk id="2" creationId="{E9ECA248-524D-098C-5056-75DC9AD5F9D5}"/>
          </ac:spMkLst>
        </pc:spChg>
        <pc:spChg chg="del">
          <ac:chgData name="Dušan Brozman" userId="8ff6f0f7c8daa242" providerId="LiveId" clId="{6BA6992C-F62E-46DF-90A2-1BD46E9E45BB}" dt="2026-02-10T15:09:11.878" v="832" actId="21"/>
          <ac:spMkLst>
            <pc:docMk/>
            <pc:sldMk cId="434292101" sldId="264"/>
            <ac:spMk id="3" creationId="{E4C5D44C-4C63-B43E-8CE8-30CA38FD0155}"/>
          </ac:spMkLst>
        </pc:spChg>
        <pc:spChg chg="add mod">
          <ac:chgData name="Dušan Brozman" userId="8ff6f0f7c8daa242" providerId="LiveId" clId="{6BA6992C-F62E-46DF-90A2-1BD46E9E45BB}" dt="2026-02-10T15:26:03.278" v="1123"/>
          <ac:spMkLst>
            <pc:docMk/>
            <pc:sldMk cId="434292101" sldId="264"/>
            <ac:spMk id="4" creationId="{0D18ABAE-B5AC-F96D-957E-9DEF8AA233FA}"/>
          </ac:spMkLst>
        </pc:spChg>
        <pc:spChg chg="add mod">
          <ac:chgData name="Dušan Brozman" userId="8ff6f0f7c8daa242" providerId="LiveId" clId="{6BA6992C-F62E-46DF-90A2-1BD46E9E45BB}" dt="2026-02-10T15:26:03.278" v="1123"/>
          <ac:spMkLst>
            <pc:docMk/>
            <pc:sldMk cId="434292101" sldId="264"/>
            <ac:spMk id="6" creationId="{FFD66FD9-86D8-3E0F-3035-BF6783265396}"/>
          </ac:spMkLst>
        </pc:spChg>
        <pc:spChg chg="add mod">
          <ac:chgData name="Dušan Brozman" userId="8ff6f0f7c8daa242" providerId="LiveId" clId="{6BA6992C-F62E-46DF-90A2-1BD46E9E45BB}" dt="2026-02-10T15:26:03.278" v="1123"/>
          <ac:spMkLst>
            <pc:docMk/>
            <pc:sldMk cId="434292101" sldId="264"/>
            <ac:spMk id="7" creationId="{DE54A5E3-3A6B-B9EF-35A3-8C7C61D396DA}"/>
          </ac:spMkLst>
        </pc:spChg>
        <pc:spChg chg="add mod">
          <ac:chgData name="Dušan Brozman" userId="8ff6f0f7c8daa242" providerId="LiveId" clId="{6BA6992C-F62E-46DF-90A2-1BD46E9E45BB}" dt="2026-02-10T15:26:03.278" v="1123"/>
          <ac:spMkLst>
            <pc:docMk/>
            <pc:sldMk cId="434292101" sldId="264"/>
            <ac:spMk id="8" creationId="{083D4549-77EA-F54C-EF0F-B176CC244946}"/>
          </ac:spMkLst>
        </pc:spChg>
        <pc:picChg chg="add mod">
          <ac:chgData name="Dušan Brozman" userId="8ff6f0f7c8daa242" providerId="LiveId" clId="{6BA6992C-F62E-46DF-90A2-1BD46E9E45BB}" dt="2026-02-10T15:26:03.278" v="1123"/>
          <ac:picMkLst>
            <pc:docMk/>
            <pc:sldMk cId="434292101" sldId="264"/>
            <ac:picMk id="5" creationId="{4485A6A0-8A12-F74C-AA8E-3A6349F66517}"/>
          </ac:picMkLst>
        </pc:picChg>
        <pc:picChg chg="add mod">
          <ac:chgData name="Dušan Brozman" userId="8ff6f0f7c8daa242" providerId="LiveId" clId="{6BA6992C-F62E-46DF-90A2-1BD46E9E45BB}" dt="2026-02-10T15:29:16.932" v="1144" actId="1076"/>
          <ac:picMkLst>
            <pc:docMk/>
            <pc:sldMk cId="434292101" sldId="264"/>
            <ac:picMk id="9218" creationId="{66B6E293-5F8A-CCD2-B4AC-4F3695BAF8BB}"/>
          </ac:picMkLst>
        </pc:picChg>
      </pc:sldChg>
      <pc:sldChg chg="addSp delSp modSp new mod modTransition setBg">
        <pc:chgData name="Dušan Brozman" userId="8ff6f0f7c8daa242" providerId="LiveId" clId="{6BA6992C-F62E-46DF-90A2-1BD46E9E45BB}" dt="2026-02-10T15:31:47.750" v="1161"/>
        <pc:sldMkLst>
          <pc:docMk/>
          <pc:sldMk cId="2986384011" sldId="265"/>
        </pc:sldMkLst>
        <pc:spChg chg="add del mod">
          <ac:chgData name="Dušan Brozman" userId="8ff6f0f7c8daa242" providerId="LiveId" clId="{6BA6992C-F62E-46DF-90A2-1BD46E9E45BB}" dt="2026-02-10T15:25:12.637" v="1111" actId="207"/>
          <ac:spMkLst>
            <pc:docMk/>
            <pc:sldMk cId="2986384011" sldId="265"/>
            <ac:spMk id="2" creationId="{EBE48641-F26C-F243-9BCA-FC1BB274838F}"/>
          </ac:spMkLst>
        </pc:spChg>
        <pc:spChg chg="del">
          <ac:chgData name="Dušan Brozman" userId="8ff6f0f7c8daa242" providerId="LiveId" clId="{6BA6992C-F62E-46DF-90A2-1BD46E9E45BB}" dt="2026-02-10T15:10:55.523" v="866" actId="21"/>
          <ac:spMkLst>
            <pc:docMk/>
            <pc:sldMk cId="2986384011" sldId="265"/>
            <ac:spMk id="3" creationId="{DAFA8F11-6053-EB2E-BC49-F21021CBA7DB}"/>
          </ac:spMkLst>
        </pc:spChg>
        <pc:spChg chg="add del mod">
          <ac:chgData name="Dušan Brozman" userId="8ff6f0f7c8daa242" providerId="LiveId" clId="{6BA6992C-F62E-46DF-90A2-1BD46E9E45BB}" dt="2026-02-10T15:10:53.313" v="865" actId="21"/>
          <ac:spMkLst>
            <pc:docMk/>
            <pc:sldMk cId="2986384011" sldId="265"/>
            <ac:spMk id="5" creationId="{0AEB5901-1087-4F0E-1999-58030CFA609D}"/>
          </ac:spMkLst>
        </pc:spChg>
        <pc:spChg chg="add del mod">
          <ac:chgData name="Dušan Brozman" userId="8ff6f0f7c8daa242" providerId="LiveId" clId="{6BA6992C-F62E-46DF-90A2-1BD46E9E45BB}" dt="2026-02-10T15:28:02.319" v="1138" actId="21"/>
          <ac:spMkLst>
            <pc:docMk/>
            <pc:sldMk cId="2986384011" sldId="265"/>
            <ac:spMk id="6" creationId="{3356C330-2412-0E2B-0C3F-28C13CF28140}"/>
          </ac:spMkLst>
        </pc:spChg>
        <pc:spChg chg="add del mod">
          <ac:chgData name="Dušan Brozman" userId="8ff6f0f7c8daa242" providerId="LiveId" clId="{6BA6992C-F62E-46DF-90A2-1BD46E9E45BB}" dt="2026-02-10T15:27:59.814" v="1136" actId="21"/>
          <ac:spMkLst>
            <pc:docMk/>
            <pc:sldMk cId="2986384011" sldId="265"/>
            <ac:spMk id="8" creationId="{CA1D5C4D-CEA4-0936-A999-1F796493EC63}"/>
          </ac:spMkLst>
        </pc:spChg>
        <pc:spChg chg="add del mod">
          <ac:chgData name="Dušan Brozman" userId="8ff6f0f7c8daa242" providerId="LiveId" clId="{6BA6992C-F62E-46DF-90A2-1BD46E9E45BB}" dt="2026-02-10T15:28:01.014" v="1137" actId="21"/>
          <ac:spMkLst>
            <pc:docMk/>
            <pc:sldMk cId="2986384011" sldId="265"/>
            <ac:spMk id="9" creationId="{464CF2DB-8E34-D39E-AA2C-9E15D0E19ACE}"/>
          </ac:spMkLst>
        </pc:spChg>
        <pc:spChg chg="add del mod">
          <ac:chgData name="Dušan Brozman" userId="8ff6f0f7c8daa242" providerId="LiveId" clId="{6BA6992C-F62E-46DF-90A2-1BD46E9E45BB}" dt="2026-02-10T15:28:06.274" v="1140" actId="21"/>
          <ac:spMkLst>
            <pc:docMk/>
            <pc:sldMk cId="2986384011" sldId="265"/>
            <ac:spMk id="10" creationId="{4E26B704-6F75-6BDA-F215-CFF60B50AC43}"/>
          </ac:spMkLst>
        </pc:spChg>
        <pc:picChg chg="add del mod">
          <ac:chgData name="Dušan Brozman" userId="8ff6f0f7c8daa242" providerId="LiveId" clId="{6BA6992C-F62E-46DF-90A2-1BD46E9E45BB}" dt="2026-02-10T15:28:03.690" v="1139" actId="21"/>
          <ac:picMkLst>
            <pc:docMk/>
            <pc:sldMk cId="2986384011" sldId="265"/>
            <ac:picMk id="7" creationId="{80B89747-FD17-D97C-0A96-2464A84B9F82}"/>
          </ac:picMkLst>
        </pc:picChg>
        <pc:picChg chg="add mod">
          <ac:chgData name="Dušan Brozman" userId="8ff6f0f7c8daa242" providerId="LiveId" clId="{6BA6992C-F62E-46DF-90A2-1BD46E9E45BB}" dt="2026-02-10T15:11:47.649" v="873" actId="1076"/>
          <ac:picMkLst>
            <pc:docMk/>
            <pc:sldMk cId="2986384011" sldId="265"/>
            <ac:picMk id="10242" creationId="{2902778D-9D21-CB58-C299-249AB063B3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BD77B-EA44-4504-B805-32F8AAD1689C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770CE-B09B-412C-9020-3260094286A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1090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770CE-B09B-412C-9020-3260094286AD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9045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770CE-B09B-412C-9020-3260094286AD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8762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770CE-B09B-412C-9020-3260094286AD}" type="slidenum">
              <a:rPr lang="sk-SK" smtClean="0"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9065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463597-9130-923A-9A1F-608FBAC9E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7C60484-8E76-B372-B177-E67F76877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C9171CB-BE5B-4D56-3A0C-DCA77CA1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E3DF099-E48A-D416-EC40-EF7664995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37ABAF2-7A81-057C-409C-BA08ACEF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0710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ED1336-39CA-7C9A-8C0D-38C6C27A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F3FEDB4-A3B4-7A67-F99A-CE059CE2C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C42E657-ADDE-8914-634C-3CEF31BE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668B37D-6C37-BAB6-BF90-8ABFD9AE8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CD20E00-E272-0AA1-B546-250EE9C8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4417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2040E1-330D-6F3D-50F2-4CDED51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B3D2CC8-2804-8981-7052-309B03D8A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040169A-8AC0-1CC9-AF1F-A3CA2BD1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8A0029F-3F5A-964B-13B2-D2F36000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29627F1-F8D7-44B5-D427-C006AA4D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4663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98BFD4-F96C-430C-C6C2-990E046E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4C68A3-CC11-5264-51C2-D8263C677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ADF981FC-67C8-CB00-65C2-85B35504D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7769273-169D-702A-798B-92038DEF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CBAF29F-FC79-3A60-BF13-7F049249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EE7E4FCD-7FD7-0ACE-423E-02EA7F0A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2034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94F2C1-1CF5-A79D-1BD8-0E90377F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AD8B84B-D261-2383-8C61-59EA00B7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EC121104-CB18-8B19-D379-60A90C616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F722923-F6DB-D613-C959-2FB0D13AB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6DB83C8C-AB5F-BDB8-824B-9C40FF443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16704931-2A7C-D7F5-D32D-AC24EE2AA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1661A2E2-DB9E-8C6A-AEF8-A5E5DDF5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A7A6E87-B902-04BF-8661-82979CFC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3278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3EC23D-4B5A-BA69-D2D1-F82EBA021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F330D429-3028-A921-3106-A53CBE84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F40679E3-50B8-3F4E-DCC3-7B794325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C07C5EC2-2FBE-DAD1-B5D2-1657543A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645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1F25DDD6-9C8D-39BE-B16D-9E5A9B5D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D16DB76-27D0-5A43-EBDA-3DB1EC74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4F15FBE-D06A-A74B-F042-EE8D26ED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9048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11DDF1-FB31-C1A2-36C5-9DBC8B386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5DA93F4-84DB-8E9A-BFEF-5B3786D67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6ADA64E-8BEC-FA1B-33C9-A2EE738C2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D6297B34-BE4C-F20D-E8A3-EC754AC9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5172B76-897B-939C-7FF9-9BD714720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324084BF-18BD-40F9-3E84-BC8B15FF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7408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886F0-9CF5-BB56-E50D-C2042E61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E4A2472F-835D-D105-FE99-6E5261BAC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A30C48E-9B04-715E-BC36-929A8B29A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8627A3DA-1E87-850E-F22E-67B88F49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B51150F-18E9-5317-DC09-AEB0F968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9B14192D-A342-2417-BC99-7E076CA4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8829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597709-4C54-0908-2F9C-5AA1473E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F08AECDE-1416-A2BD-74C1-80A8C16FA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5680954-1382-D89D-4414-03B9AA46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F50CE8C7-1CA8-4404-BC22-0EEAF1182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B052259-3151-7F44-5B60-1688ACB0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4631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65A96921-0D83-7078-8C28-D159B325C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ADF900CC-D9FD-BE6E-9FB7-7C58ADCCB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CC287FD-233B-0872-90E7-C346B7EA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D4731A2-0ED2-6544-0BE4-3EF99CD7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D4F62CC-9191-D2ED-184E-40CAD310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1657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A09BA2A0-6400-E830-9EBF-2A6BE045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89B80EB-ACAC-C4B1-B983-E5F540195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D240385-A569-E034-DB03-BA34A3254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0782-A580-4152-BF80-DE95BF482161}" type="datetimeFigureOut">
              <a:rPr lang="sk-SK" smtClean="0"/>
              <a:t>10. 2. 2026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513EB31-5E05-14FF-A13D-E860FA682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C5F27B0-CA00-4571-0BC7-AB0AC45E8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46AE7-120D-469B-8BCC-B5D633504FA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7451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10 zaujímavých faktov o ľudských svaloch | kulturistika.com">
            <a:extLst>
              <a:ext uri="{FF2B5EF4-FFF2-40B4-BE49-F238E27FC236}">
                <a16:creationId xmlns:a16="http://schemas.microsoft.com/office/drawing/2014/main" id="{CB649461-56E5-4F54-EBE1-4E24D0F42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" t="3150" r="28004" b="-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1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22B1D83-54C0-09FB-F1E5-13DBB6C51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8813504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>
                <a:solidFill>
                  <a:srgbClr val="E07720"/>
                </a:solidFill>
              </a:rPr>
              <a:t>Svaly, bielkoviny a budovanie svalovej hmoty</a:t>
            </a:r>
            <a:endParaRPr lang="sk-SK" sz="6600" b="1">
              <a:solidFill>
                <a:srgbClr val="E07720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85DF702-4912-30FD-560F-B50A5D16F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Rei A. Brozman</a:t>
            </a:r>
            <a:endParaRPr lang="sk-SK" sz="2000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l"/>
            <a:r>
              <a:rPr lang="en-US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Libor </a:t>
            </a:r>
            <a:r>
              <a:rPr lang="sk-SK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Cmorík</a:t>
            </a:r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886206EC-4A52-3C14-6EBB-1B0FA842907A}"/>
              </a:ext>
            </a:extLst>
          </p:cNvPr>
          <p:cNvSpPr/>
          <p:nvPr/>
        </p:nvSpPr>
        <p:spPr>
          <a:xfrm>
            <a:off x="0" y="0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A64C4B08-A81A-FDA6-AB27-38444EE5DD39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9455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8E2B73-7861-2216-7828-E129A097D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1419870"/>
          </a:xfrm>
        </p:spPr>
        <p:txBody>
          <a:bodyPr/>
          <a:lstStyle/>
          <a:p>
            <a:r>
              <a:rPr lang="sk-SK" b="1">
                <a:solidFill>
                  <a:srgbClr val="E07720"/>
                </a:solidFill>
              </a:rPr>
              <a:t>Chemické zloženie</a:t>
            </a:r>
          </a:p>
        </p:txBody>
      </p:sp>
      <p:pic>
        <p:nvPicPr>
          <p:cNvPr id="1026" name="Picture 2" descr="Chemické zloženie bunky">
            <a:extLst>
              <a:ext uri="{FF2B5EF4-FFF2-40B4-BE49-F238E27FC236}">
                <a16:creationId xmlns:a16="http://schemas.microsoft.com/office/drawing/2014/main" id="{6DD2F68F-B58E-1685-8C49-8308AEB7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589" y="3071506"/>
            <a:ext cx="428625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42407862-D89E-ADB2-636A-D2D29829A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284532" y="2875287"/>
            <a:ext cx="2062219" cy="39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dĺžnik 3">
            <a:extLst>
              <a:ext uri="{FF2B5EF4-FFF2-40B4-BE49-F238E27FC236}">
                <a16:creationId xmlns:a16="http://schemas.microsoft.com/office/drawing/2014/main" id="{C2B90BDA-2D11-21FE-7DBB-0A46987E27B1}"/>
              </a:ext>
            </a:extLst>
          </p:cNvPr>
          <p:cNvSpPr/>
          <p:nvPr/>
        </p:nvSpPr>
        <p:spPr>
          <a:xfrm>
            <a:off x="2712096" y="0"/>
            <a:ext cx="9479904" cy="542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2F89FB62-C89A-9C26-83DE-419105850F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7" b="12119"/>
          <a:stretch>
            <a:fillRect/>
          </a:stretch>
        </p:blipFill>
        <p:spPr bwMode="auto">
          <a:xfrm>
            <a:off x="184011" y="1"/>
            <a:ext cx="2639575" cy="5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dĺžnik 5">
            <a:extLst>
              <a:ext uri="{FF2B5EF4-FFF2-40B4-BE49-F238E27FC236}">
                <a16:creationId xmlns:a16="http://schemas.microsoft.com/office/drawing/2014/main" id="{532E777C-AA46-FAEC-B43E-E1DC4E47FBAA}"/>
              </a:ext>
            </a:extLst>
          </p:cNvPr>
          <p:cNvSpPr/>
          <p:nvPr/>
        </p:nvSpPr>
        <p:spPr>
          <a:xfrm>
            <a:off x="0" y="542091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BC2B4F75-FBDB-9111-0339-90EB5C37DC69}"/>
              </a:ext>
            </a:extLst>
          </p:cNvPr>
          <p:cNvSpPr txBox="1"/>
          <p:nvPr/>
        </p:nvSpPr>
        <p:spPr>
          <a:xfrm>
            <a:off x="0" y="10176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1600">
                <a:solidFill>
                  <a:srgbClr val="E07720"/>
                </a:solidFill>
              </a:rPr>
              <a:t>SVALY, BIELKOVINY A BUDOVANIE SVALOVEJ HMOTY</a:t>
            </a:r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02650D29-D8B4-10FA-7468-63D164A5A92F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5207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4F9185-EF1D-A290-501F-997919AFB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03" y="1122364"/>
            <a:ext cx="9851923" cy="1220338"/>
          </a:xfrm>
        </p:spPr>
        <p:txBody>
          <a:bodyPr/>
          <a:lstStyle/>
          <a:p>
            <a:r>
              <a:rPr lang="sk-SK" b="1">
                <a:solidFill>
                  <a:srgbClr val="E07720"/>
                </a:solidFill>
              </a:rPr>
              <a:t>Bielkoviny svalového vlákna</a:t>
            </a:r>
          </a:p>
        </p:txBody>
      </p:sp>
      <p:pic>
        <p:nvPicPr>
          <p:cNvPr id="3074" name="Picture 2" descr="Chemie pro šílence 57. Svaly 2. | Nekorektní blog Petra Kubáče">
            <a:extLst>
              <a:ext uri="{FF2B5EF4-FFF2-40B4-BE49-F238E27FC236}">
                <a16:creationId xmlns:a16="http://schemas.microsoft.com/office/drawing/2014/main" id="{F6A2EA31-34A6-E191-AA08-A59AAEE70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36" y="2925278"/>
            <a:ext cx="4278482" cy="2610384"/>
          </a:xfrm>
          <a:prstGeom prst="rect">
            <a:avLst/>
          </a:prstGeom>
          <a:noFill/>
          <a:effectLst>
            <a:softEdge rad="508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rincip svalové kontrakce">
            <a:extLst>
              <a:ext uri="{FF2B5EF4-FFF2-40B4-BE49-F238E27FC236}">
                <a16:creationId xmlns:a16="http://schemas.microsoft.com/office/drawing/2014/main" id="{C17D0743-4E4C-49A9-1638-4DD65650ED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6" t="-11716" r="1186" b="11716"/>
          <a:stretch>
            <a:fillRect/>
          </a:stretch>
        </p:blipFill>
        <p:spPr bwMode="auto">
          <a:xfrm>
            <a:off x="5765318" y="2498564"/>
            <a:ext cx="5276308" cy="286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dĺžnik 5">
            <a:extLst>
              <a:ext uri="{FF2B5EF4-FFF2-40B4-BE49-F238E27FC236}">
                <a16:creationId xmlns:a16="http://schemas.microsoft.com/office/drawing/2014/main" id="{FFC75D8D-2631-813F-61DC-810D6232EA98}"/>
              </a:ext>
            </a:extLst>
          </p:cNvPr>
          <p:cNvSpPr/>
          <p:nvPr/>
        </p:nvSpPr>
        <p:spPr>
          <a:xfrm>
            <a:off x="2712096" y="0"/>
            <a:ext cx="9479904" cy="542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7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5F8E4B77-3483-1509-3B5B-BFF40766D6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7" b="12119"/>
          <a:stretch>
            <a:fillRect/>
          </a:stretch>
        </p:blipFill>
        <p:spPr bwMode="auto">
          <a:xfrm>
            <a:off x="184011" y="1"/>
            <a:ext cx="2639575" cy="5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bdĺžnik 7">
            <a:extLst>
              <a:ext uri="{FF2B5EF4-FFF2-40B4-BE49-F238E27FC236}">
                <a16:creationId xmlns:a16="http://schemas.microsoft.com/office/drawing/2014/main" id="{B6805661-DEC0-C19B-9D0F-DF3BAD5644DF}"/>
              </a:ext>
            </a:extLst>
          </p:cNvPr>
          <p:cNvSpPr/>
          <p:nvPr/>
        </p:nvSpPr>
        <p:spPr>
          <a:xfrm>
            <a:off x="0" y="542091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9798AF94-8385-BA9A-B444-21FAC4935221}"/>
              </a:ext>
            </a:extLst>
          </p:cNvPr>
          <p:cNvSpPr txBox="1"/>
          <p:nvPr/>
        </p:nvSpPr>
        <p:spPr>
          <a:xfrm>
            <a:off x="0" y="10176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1600">
                <a:solidFill>
                  <a:srgbClr val="E07720"/>
                </a:solidFill>
              </a:rPr>
              <a:t>SVALY, BIELKOVINY A BUDOVANIE SVALOVEJ HMOTY</a:t>
            </a:r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8914E777-C8FF-523F-FFBF-58F5ADAE480C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53550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CF45CD-53CA-B5A5-2434-DD6CDE17D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885" y="311499"/>
            <a:ext cx="10168930" cy="1798655"/>
          </a:xfrm>
        </p:spPr>
        <p:txBody>
          <a:bodyPr>
            <a:normAutofit/>
          </a:bodyPr>
          <a:lstStyle/>
          <a:p>
            <a:r>
              <a:rPr lang="sk-SK" b="1">
                <a:solidFill>
                  <a:srgbClr val="E07720"/>
                </a:solidFill>
              </a:rPr>
              <a:t>Kontrakcia svalového vlákna</a:t>
            </a:r>
          </a:p>
        </p:txBody>
      </p:sp>
      <p:pic>
        <p:nvPicPr>
          <p:cNvPr id="4098" name="Picture 2" descr="Ako fungujú svaly? Sarkoméra, hnací motor svalu. - Patrik Kubiček">
            <a:extLst>
              <a:ext uri="{FF2B5EF4-FFF2-40B4-BE49-F238E27FC236}">
                <a16:creationId xmlns:a16="http://schemas.microsoft.com/office/drawing/2014/main" id="{B2DC5C69-ACE2-F91A-859F-23E5BA14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12" y="2110154"/>
            <a:ext cx="6414087" cy="407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denozíntrifosfát – Wikipédia">
            <a:extLst>
              <a:ext uri="{FF2B5EF4-FFF2-40B4-BE49-F238E27FC236}">
                <a16:creationId xmlns:a16="http://schemas.microsoft.com/office/drawing/2014/main" id="{EF0B0344-8DE3-9688-E790-2FCE08ABD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343" y="2798885"/>
            <a:ext cx="238125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Adenozíndifosfát – Wikipédia">
            <a:extLst>
              <a:ext uri="{FF2B5EF4-FFF2-40B4-BE49-F238E27FC236}">
                <a16:creationId xmlns:a16="http://schemas.microsoft.com/office/drawing/2014/main" id="{DD8B7CAF-638F-33C2-FD79-61D5A1321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220" y="4110404"/>
            <a:ext cx="23812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dĺžnik 6">
            <a:extLst>
              <a:ext uri="{FF2B5EF4-FFF2-40B4-BE49-F238E27FC236}">
                <a16:creationId xmlns:a16="http://schemas.microsoft.com/office/drawing/2014/main" id="{C47FDD20-C73C-B6AA-79DD-048453F37D17}"/>
              </a:ext>
            </a:extLst>
          </p:cNvPr>
          <p:cNvSpPr/>
          <p:nvPr/>
        </p:nvSpPr>
        <p:spPr>
          <a:xfrm>
            <a:off x="2712096" y="0"/>
            <a:ext cx="9479904" cy="542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8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C84F10E7-7117-B688-9D7E-BB5F8DAB66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7" b="12119"/>
          <a:stretch>
            <a:fillRect/>
          </a:stretch>
        </p:blipFill>
        <p:spPr bwMode="auto">
          <a:xfrm>
            <a:off x="184011" y="1"/>
            <a:ext cx="2639575" cy="5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dĺžnik 8">
            <a:extLst>
              <a:ext uri="{FF2B5EF4-FFF2-40B4-BE49-F238E27FC236}">
                <a16:creationId xmlns:a16="http://schemas.microsoft.com/office/drawing/2014/main" id="{06BA71A9-DEC8-7110-8F85-1A96D04A5995}"/>
              </a:ext>
            </a:extLst>
          </p:cNvPr>
          <p:cNvSpPr/>
          <p:nvPr/>
        </p:nvSpPr>
        <p:spPr>
          <a:xfrm>
            <a:off x="0" y="542091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34D74ADF-831D-E497-18F9-C08E6DD72BC5}"/>
              </a:ext>
            </a:extLst>
          </p:cNvPr>
          <p:cNvSpPr txBox="1"/>
          <p:nvPr/>
        </p:nvSpPr>
        <p:spPr>
          <a:xfrm>
            <a:off x="0" y="10176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1600">
                <a:solidFill>
                  <a:srgbClr val="E07720"/>
                </a:solidFill>
              </a:rPr>
              <a:t>SVALY, BIELKOVINY A BUDOVANIE SVALOVEJ HMOTY</a:t>
            </a:r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14151850-6007-C315-1305-34A813EDE67F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38749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3B4C80-DB0D-EBA2-76EC-BFBAD79A6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51" y="884903"/>
            <a:ext cx="11605845" cy="1161258"/>
          </a:xfrm>
        </p:spPr>
        <p:txBody>
          <a:bodyPr/>
          <a:lstStyle/>
          <a:p>
            <a:r>
              <a:rPr lang="sk-SK" b="1">
                <a:solidFill>
                  <a:srgbClr val="E07720"/>
                </a:solidFill>
              </a:rPr>
              <a:t>Zdroje energie pre svalovú prácu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155F4B7-353C-7EFA-7893-8F91981B8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488" y="2224461"/>
            <a:ext cx="6245769" cy="389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dĺžnik 3">
            <a:extLst>
              <a:ext uri="{FF2B5EF4-FFF2-40B4-BE49-F238E27FC236}">
                <a16:creationId xmlns:a16="http://schemas.microsoft.com/office/drawing/2014/main" id="{ABEEF78C-295A-C6C8-3CE5-DA9D73312EA4}"/>
              </a:ext>
            </a:extLst>
          </p:cNvPr>
          <p:cNvSpPr/>
          <p:nvPr/>
        </p:nvSpPr>
        <p:spPr>
          <a:xfrm>
            <a:off x="2712096" y="0"/>
            <a:ext cx="9479904" cy="542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5CFB1019-ACC1-C1B8-E533-8C9067ECF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7" b="12119"/>
          <a:stretch>
            <a:fillRect/>
          </a:stretch>
        </p:blipFill>
        <p:spPr bwMode="auto">
          <a:xfrm>
            <a:off x="184011" y="1"/>
            <a:ext cx="2639575" cy="5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dĺžnik 5">
            <a:extLst>
              <a:ext uri="{FF2B5EF4-FFF2-40B4-BE49-F238E27FC236}">
                <a16:creationId xmlns:a16="http://schemas.microsoft.com/office/drawing/2014/main" id="{26EAF506-C96C-C6BD-9EFA-5FCC48206EF3}"/>
              </a:ext>
            </a:extLst>
          </p:cNvPr>
          <p:cNvSpPr/>
          <p:nvPr/>
        </p:nvSpPr>
        <p:spPr>
          <a:xfrm>
            <a:off x="0" y="542091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70382BE4-BDD9-6B30-9CD0-13700F729FAE}"/>
              </a:ext>
            </a:extLst>
          </p:cNvPr>
          <p:cNvSpPr txBox="1"/>
          <p:nvPr/>
        </p:nvSpPr>
        <p:spPr>
          <a:xfrm>
            <a:off x="0" y="10176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1600">
                <a:solidFill>
                  <a:srgbClr val="E07720"/>
                </a:solidFill>
              </a:rPr>
              <a:t>SVALY, BIELKOVINY A BUDOVANIE SVALOVEJ HMOTY</a:t>
            </a:r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A2B6C9C5-0BB3-D2F2-2259-7D45744D8D8A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55882"/>
      </p:ext>
    </p:extLst>
  </p:cSld>
  <p:clrMapOvr>
    <a:masterClrMapping/>
  </p:clrMapOvr>
  <p:transition spd="slow"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ĺžnik 6">
            <a:extLst>
              <a:ext uri="{FF2B5EF4-FFF2-40B4-BE49-F238E27FC236}">
                <a16:creationId xmlns:a16="http://schemas.microsoft.com/office/drawing/2014/main" id="{64725FCD-A6E3-7177-87FD-8E625FA7B0E4}"/>
              </a:ext>
            </a:extLst>
          </p:cNvPr>
          <p:cNvSpPr/>
          <p:nvPr/>
        </p:nvSpPr>
        <p:spPr>
          <a:xfrm>
            <a:off x="2712096" y="0"/>
            <a:ext cx="9479904" cy="542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EC5C92-2B79-E291-E350-86B602385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837"/>
            <a:ext cx="9144000" cy="2341266"/>
          </a:xfrm>
        </p:spPr>
        <p:txBody>
          <a:bodyPr>
            <a:normAutofit/>
          </a:bodyPr>
          <a:lstStyle/>
          <a:p>
            <a:r>
              <a:rPr lang="sk-SK" b="1">
                <a:solidFill>
                  <a:srgbClr val="E07720"/>
                </a:solidFill>
              </a:rPr>
              <a:t>Športovanie a chemické zmeny v svaloch</a:t>
            </a:r>
          </a:p>
        </p:txBody>
      </p:sp>
      <p:pic>
        <p:nvPicPr>
          <p:cNvPr id="6146" name="Picture 2" descr="Svalová pamäť: Naozaj dokáže vrátiť svalom veľkosť a silu aj po dlhšej dobe  bez cvičenia? - GymBeam Blog">
            <a:extLst>
              <a:ext uri="{FF2B5EF4-FFF2-40B4-BE49-F238E27FC236}">
                <a16:creationId xmlns:a16="http://schemas.microsoft.com/office/drawing/2014/main" id="{19076065-D722-262F-1033-3859D7909D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3"/>
          <a:stretch>
            <a:fillRect/>
          </a:stretch>
        </p:blipFill>
        <p:spPr bwMode="auto">
          <a:xfrm>
            <a:off x="2712096" y="2893924"/>
            <a:ext cx="6767808" cy="342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9B992225-BDCB-F2B8-73F5-E09814473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7" b="12119"/>
          <a:stretch>
            <a:fillRect/>
          </a:stretch>
        </p:blipFill>
        <p:spPr bwMode="auto">
          <a:xfrm>
            <a:off x="184011" y="1"/>
            <a:ext cx="2639575" cy="5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dĺžnik 3">
            <a:extLst>
              <a:ext uri="{FF2B5EF4-FFF2-40B4-BE49-F238E27FC236}">
                <a16:creationId xmlns:a16="http://schemas.microsoft.com/office/drawing/2014/main" id="{F94BEA97-2BD8-13E4-EF19-6E6845885BCA}"/>
              </a:ext>
            </a:extLst>
          </p:cNvPr>
          <p:cNvSpPr/>
          <p:nvPr/>
        </p:nvSpPr>
        <p:spPr>
          <a:xfrm>
            <a:off x="0" y="542091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026A6284-DFC0-AE07-297E-18AF65935DA8}"/>
              </a:ext>
            </a:extLst>
          </p:cNvPr>
          <p:cNvSpPr txBox="1"/>
          <p:nvPr/>
        </p:nvSpPr>
        <p:spPr>
          <a:xfrm>
            <a:off x="0" y="10176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1600">
                <a:solidFill>
                  <a:srgbClr val="E07720"/>
                </a:solidFill>
              </a:rPr>
              <a:t>SVALY, BIELKOVINY A BUDOVANIE SVALOVEJ HMOTY</a:t>
            </a:r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C8C33C08-E39D-9C37-65AD-3BDD44C09AA5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18088"/>
      </p:ext>
    </p:extLst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645E26-FF08-2533-64BC-266F3C143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1253"/>
            <a:ext cx="9144000" cy="1207882"/>
          </a:xfrm>
        </p:spPr>
        <p:txBody>
          <a:bodyPr/>
          <a:lstStyle/>
          <a:p>
            <a:r>
              <a:rPr lang="sk-SK" b="1">
                <a:solidFill>
                  <a:srgbClr val="E07720"/>
                </a:solidFill>
              </a:rPr>
              <a:t>Svalová regenerácia</a:t>
            </a:r>
          </a:p>
        </p:txBody>
      </p:sp>
      <p:pic>
        <p:nvPicPr>
          <p:cNvPr id="10" name="Obrázok 9" descr="Obrázok, na ktorom je snímka obrazovky, dizajn&#10;&#10;Obsah vygenerovaný pomocou AI môže byť nesprávny.">
            <a:extLst>
              <a:ext uri="{FF2B5EF4-FFF2-40B4-BE49-F238E27FC236}">
                <a16:creationId xmlns:a16="http://schemas.microsoft.com/office/drawing/2014/main" id="{B08DEC05-80F5-EA5F-B80D-E9D2BE2BE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740" y="1980255"/>
            <a:ext cx="5888520" cy="4385754"/>
          </a:xfrm>
          <a:prstGeom prst="rect">
            <a:avLst/>
          </a:prstGeom>
        </p:spPr>
      </p:pic>
      <p:sp>
        <p:nvSpPr>
          <p:cNvPr id="11" name="Obdĺžnik 10">
            <a:extLst>
              <a:ext uri="{FF2B5EF4-FFF2-40B4-BE49-F238E27FC236}">
                <a16:creationId xmlns:a16="http://schemas.microsoft.com/office/drawing/2014/main" id="{9E822035-FAA6-8584-53A0-0D36866BA00D}"/>
              </a:ext>
            </a:extLst>
          </p:cNvPr>
          <p:cNvSpPr/>
          <p:nvPr/>
        </p:nvSpPr>
        <p:spPr>
          <a:xfrm>
            <a:off x="2712096" y="0"/>
            <a:ext cx="9479904" cy="542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2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E4B5DF84-1875-AB06-2DA9-5F6F54639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7" b="12119"/>
          <a:stretch>
            <a:fillRect/>
          </a:stretch>
        </p:blipFill>
        <p:spPr bwMode="auto">
          <a:xfrm>
            <a:off x="184011" y="1"/>
            <a:ext cx="2639575" cy="5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bdĺžnik 12">
            <a:extLst>
              <a:ext uri="{FF2B5EF4-FFF2-40B4-BE49-F238E27FC236}">
                <a16:creationId xmlns:a16="http://schemas.microsoft.com/office/drawing/2014/main" id="{0B6DE192-62CB-F88F-9A59-0B03ADD5F003}"/>
              </a:ext>
            </a:extLst>
          </p:cNvPr>
          <p:cNvSpPr/>
          <p:nvPr/>
        </p:nvSpPr>
        <p:spPr>
          <a:xfrm>
            <a:off x="0" y="542091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BB01FC83-E6E4-B62D-35B6-E1C8AD2BBD16}"/>
              </a:ext>
            </a:extLst>
          </p:cNvPr>
          <p:cNvSpPr txBox="1"/>
          <p:nvPr/>
        </p:nvSpPr>
        <p:spPr>
          <a:xfrm>
            <a:off x="0" y="10176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1600">
                <a:solidFill>
                  <a:srgbClr val="E07720"/>
                </a:solidFill>
              </a:rPr>
              <a:t>SVALY, BIELKOVINY A BUDOVANIE SVALOVEJ HMOTY</a:t>
            </a:r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498F549E-E7CC-108A-2B72-79ADB78DABB3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13256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094813-9600-1C1C-6241-F25FC80B7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2159"/>
            <a:ext cx="9144000" cy="1603828"/>
          </a:xfrm>
        </p:spPr>
        <p:txBody>
          <a:bodyPr/>
          <a:lstStyle/>
          <a:p>
            <a:r>
              <a:rPr lang="sk-SK" b="1">
                <a:solidFill>
                  <a:srgbClr val="E07720"/>
                </a:solidFill>
              </a:rPr>
              <a:t>Budovanie svalovej hmoty</a:t>
            </a:r>
          </a:p>
        </p:txBody>
      </p:sp>
      <p:pic>
        <p:nvPicPr>
          <p:cNvPr id="8194" name="Picture 2" descr="Recovery to Build - India Fit Mart">
            <a:extLst>
              <a:ext uri="{FF2B5EF4-FFF2-40B4-BE49-F238E27FC236}">
                <a16:creationId xmlns:a16="http://schemas.microsoft.com/office/drawing/2014/main" id="{00F42C63-1B4E-0E4E-F1D5-E920D2D7D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37" y="2997747"/>
            <a:ext cx="5465309" cy="250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hasing Damage and Soreness: Why It Can Reduce Gains – Revive Stronger">
            <a:extLst>
              <a:ext uri="{FF2B5EF4-FFF2-40B4-BE49-F238E27FC236}">
                <a16:creationId xmlns:a16="http://schemas.microsoft.com/office/drawing/2014/main" id="{4149E326-99FB-8189-CBA3-B6E9AD9042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4" t="27839" r="2771" b="19268"/>
          <a:stretch>
            <a:fillRect/>
          </a:stretch>
        </p:blipFill>
        <p:spPr bwMode="auto">
          <a:xfrm>
            <a:off x="6553902" y="2699662"/>
            <a:ext cx="4996386" cy="309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dĺžnik 5">
            <a:extLst>
              <a:ext uri="{FF2B5EF4-FFF2-40B4-BE49-F238E27FC236}">
                <a16:creationId xmlns:a16="http://schemas.microsoft.com/office/drawing/2014/main" id="{624D1235-9C8E-2DFD-4F91-53C6E35552A5}"/>
              </a:ext>
            </a:extLst>
          </p:cNvPr>
          <p:cNvSpPr/>
          <p:nvPr/>
        </p:nvSpPr>
        <p:spPr>
          <a:xfrm>
            <a:off x="2712096" y="0"/>
            <a:ext cx="9479904" cy="542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7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7E37AFD9-6D36-69AB-8CA8-64DEAF96F0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7" b="12119"/>
          <a:stretch>
            <a:fillRect/>
          </a:stretch>
        </p:blipFill>
        <p:spPr bwMode="auto">
          <a:xfrm>
            <a:off x="184011" y="1"/>
            <a:ext cx="2639575" cy="5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bdĺžnik 7">
            <a:extLst>
              <a:ext uri="{FF2B5EF4-FFF2-40B4-BE49-F238E27FC236}">
                <a16:creationId xmlns:a16="http://schemas.microsoft.com/office/drawing/2014/main" id="{224A5C25-2F30-7CB8-AF7D-4EC6AD10B4D1}"/>
              </a:ext>
            </a:extLst>
          </p:cNvPr>
          <p:cNvSpPr/>
          <p:nvPr/>
        </p:nvSpPr>
        <p:spPr>
          <a:xfrm>
            <a:off x="0" y="542091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A2F0A15F-4229-ED27-628F-F8C668EDC6B5}"/>
              </a:ext>
            </a:extLst>
          </p:cNvPr>
          <p:cNvSpPr txBox="1"/>
          <p:nvPr/>
        </p:nvSpPr>
        <p:spPr>
          <a:xfrm>
            <a:off x="0" y="10176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1600">
                <a:solidFill>
                  <a:srgbClr val="E07720"/>
                </a:solidFill>
              </a:rPr>
              <a:t>SVALY, BIELKOVINY A BUDOVANIE SVALOVEJ HMOTY</a:t>
            </a:r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7C10CDBD-BD88-CE64-5982-AD84CD4C7B27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747460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ECA248-524D-098C-5056-75DC9AD5F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826" y="916263"/>
            <a:ext cx="10530348" cy="1964812"/>
          </a:xfrm>
        </p:spPr>
        <p:txBody>
          <a:bodyPr/>
          <a:lstStyle/>
          <a:p>
            <a:r>
              <a:rPr lang="sk-SK" b="1">
                <a:solidFill>
                  <a:srgbClr val="E07720"/>
                </a:solidFill>
              </a:rPr>
              <a:t>Výživa pri budovaní svalovej hmoty</a:t>
            </a:r>
          </a:p>
        </p:txBody>
      </p:sp>
      <p:pic>
        <p:nvPicPr>
          <p:cNvPr id="9218" name="Picture 2" descr="Proper Diet for Muscle Gain | Body Building Foods">
            <a:extLst>
              <a:ext uri="{FF2B5EF4-FFF2-40B4-BE49-F238E27FC236}">
                <a16:creationId xmlns:a16="http://schemas.microsoft.com/office/drawing/2014/main" id="{66B6E293-5F8A-CCD2-B4AC-4F3695BAF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78000"/>
                    </a14:imgEffect>
                    <a14:imgEffect>
                      <a14:brightnessContrast bright="5000" contrast="7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729"/>
          <a:stretch>
            <a:fillRect/>
          </a:stretch>
        </p:blipFill>
        <p:spPr bwMode="auto">
          <a:xfrm>
            <a:off x="3248429" y="2881075"/>
            <a:ext cx="5695142" cy="331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dĺžnik 3">
            <a:extLst>
              <a:ext uri="{FF2B5EF4-FFF2-40B4-BE49-F238E27FC236}">
                <a16:creationId xmlns:a16="http://schemas.microsoft.com/office/drawing/2014/main" id="{0D18ABAE-B5AC-F96D-957E-9DEF8AA233FA}"/>
              </a:ext>
            </a:extLst>
          </p:cNvPr>
          <p:cNvSpPr/>
          <p:nvPr/>
        </p:nvSpPr>
        <p:spPr>
          <a:xfrm>
            <a:off x="2712096" y="0"/>
            <a:ext cx="9479904" cy="542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" name="Picture 4" descr="10 zaujímavých faktov o ľudských svaloch | kulturistika.com">
            <a:extLst>
              <a:ext uri="{FF2B5EF4-FFF2-40B4-BE49-F238E27FC236}">
                <a16:creationId xmlns:a16="http://schemas.microsoft.com/office/drawing/2014/main" id="{4485A6A0-8A12-F74C-AA8E-3A6349F665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7" b="12119"/>
          <a:stretch>
            <a:fillRect/>
          </a:stretch>
        </p:blipFill>
        <p:spPr bwMode="auto">
          <a:xfrm>
            <a:off x="184011" y="1"/>
            <a:ext cx="2639575" cy="5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dĺžnik 5">
            <a:extLst>
              <a:ext uri="{FF2B5EF4-FFF2-40B4-BE49-F238E27FC236}">
                <a16:creationId xmlns:a16="http://schemas.microsoft.com/office/drawing/2014/main" id="{FFD66FD9-86D8-3E0F-3035-BF6783265396}"/>
              </a:ext>
            </a:extLst>
          </p:cNvPr>
          <p:cNvSpPr/>
          <p:nvPr/>
        </p:nvSpPr>
        <p:spPr>
          <a:xfrm>
            <a:off x="0" y="542091"/>
            <a:ext cx="12192000" cy="178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DE54A5E3-3A6B-B9EF-35A3-8C7C61D396DA}"/>
              </a:ext>
            </a:extLst>
          </p:cNvPr>
          <p:cNvSpPr txBox="1"/>
          <p:nvPr/>
        </p:nvSpPr>
        <p:spPr>
          <a:xfrm>
            <a:off x="0" y="10176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1600">
                <a:solidFill>
                  <a:srgbClr val="E07720"/>
                </a:solidFill>
              </a:rPr>
              <a:t>SVALY, BIELKOVINY A BUDOVANIE SVALOVEJ HMOTY</a:t>
            </a:r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083D4549-77EA-F54C-EF0F-B176CC244946}"/>
              </a:ext>
            </a:extLst>
          </p:cNvPr>
          <p:cNvSpPr/>
          <p:nvPr/>
        </p:nvSpPr>
        <p:spPr>
          <a:xfrm>
            <a:off x="0" y="6587836"/>
            <a:ext cx="12192000" cy="26939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292101"/>
      </p:ext>
    </p:extLst>
  </p:cSld>
  <p:clrMapOvr>
    <a:masterClrMapping/>
  </p:clrMapOvr>
  <p:transition spd="slow">
    <p:push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20000"/>
                <a:lumOff val="80000"/>
              </a:schemeClr>
            </a:gs>
            <a:gs pos="0">
              <a:schemeClr val="accent3">
                <a:lumMod val="20000"/>
                <a:lumOff val="80000"/>
              </a:schemeClr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E48641-F26C-F243-9BCA-FC1BB2748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12723"/>
          </a:xfrm>
        </p:spPr>
        <p:txBody>
          <a:bodyPr/>
          <a:lstStyle/>
          <a:p>
            <a:r>
              <a:rPr lang="sk-SK" b="1">
                <a:solidFill>
                  <a:srgbClr val="E07720"/>
                </a:solidFill>
              </a:rPr>
              <a:t>Ďakujeme za pozornosť</a:t>
            </a:r>
          </a:p>
        </p:txBody>
      </p:sp>
      <p:pic>
        <p:nvPicPr>
          <p:cNvPr id="10242" name="Picture 2" descr="Animated Illustration of Muscle Contraction | UGOKAWA">
            <a:extLst>
              <a:ext uri="{FF2B5EF4-FFF2-40B4-BE49-F238E27FC236}">
                <a16:creationId xmlns:a16="http://schemas.microsoft.com/office/drawing/2014/main" id="{2902778D-9D21-CB58-C299-249AB063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435" y="2128724"/>
            <a:ext cx="4391130" cy="439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38401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104</Words>
  <Application>Microsoft Office PowerPoint</Application>
  <PresentationFormat>Širokouhlá</PresentationFormat>
  <Paragraphs>23</Paragraphs>
  <Slides>10</Slides>
  <Notes>3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Motív Office</vt:lpstr>
      <vt:lpstr>Svaly, bielkoviny a budovanie svalovej hmoty</vt:lpstr>
      <vt:lpstr>Chemické zloženie</vt:lpstr>
      <vt:lpstr>Bielkoviny svalového vlákna</vt:lpstr>
      <vt:lpstr>Kontrakcia svalového vlákna</vt:lpstr>
      <vt:lpstr>Zdroje energie pre svalovú prácu</vt:lpstr>
      <vt:lpstr>Športovanie a chemické zmeny v svaloch</vt:lpstr>
      <vt:lpstr>Svalová regenerácia</vt:lpstr>
      <vt:lpstr>Budovanie svalovej hmoty</vt:lpstr>
      <vt:lpstr>Výživa pri budovaní svalovej hmoty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Dušan Brozman</dc:creator>
  <cp:lastModifiedBy>Dušan Brozman</cp:lastModifiedBy>
  <cp:revision>1</cp:revision>
  <dcterms:created xsi:type="dcterms:W3CDTF">2026-02-10T13:51:00Z</dcterms:created>
  <dcterms:modified xsi:type="dcterms:W3CDTF">2026-02-10T15:31:54Z</dcterms:modified>
</cp:coreProperties>
</file>