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57" r:id="rId4"/>
    <p:sldId id="258" r:id="rId5"/>
    <p:sldId id="259" r:id="rId6"/>
    <p:sldId id="261" r:id="rId7"/>
    <p:sldId id="262" r:id="rId8"/>
  </p:sldIdLst>
  <p:sldSz cx="12192000" cy="6858000"/>
  <p:notesSz cx="6858000" cy="9144000"/>
  <p:defaultTextStyle>
    <a:defPPr>
      <a:defRPr lang="sk-S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51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á sním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2F7136A-587B-46C7-BFB7-0ED551D8C3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sk-SK"/>
              <a:t>Kliknutím upravte štýl predlohy nadpisu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4F7C9720-35C5-46D4-9230-A51EFFCDAF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sk-SK"/>
              <a:t>Kliknutím upravte štýl predlohy podnadpisu</a:t>
            </a:r>
          </a:p>
        </p:txBody>
      </p:sp>
      <p:sp>
        <p:nvSpPr>
          <p:cNvPr id="4" name="Zástupný objekt pre dátum 3">
            <a:extLst>
              <a:ext uri="{FF2B5EF4-FFF2-40B4-BE49-F238E27FC236}">
                <a16:creationId xmlns:a16="http://schemas.microsoft.com/office/drawing/2014/main" id="{EE4F5706-5F1A-4F12-A39B-7E2827C9A2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8BBB66-CC81-4AFB-9494-17D363E6CE06}" type="datetimeFigureOut">
              <a:rPr lang="sk-SK" smtClean="0"/>
              <a:t>6. 5. 2025</a:t>
            </a:fld>
            <a:endParaRPr lang="sk-SK"/>
          </a:p>
        </p:txBody>
      </p:sp>
      <p:sp>
        <p:nvSpPr>
          <p:cNvPr id="5" name="Zástupný objekt pre pätu 4">
            <a:extLst>
              <a:ext uri="{FF2B5EF4-FFF2-40B4-BE49-F238E27FC236}">
                <a16:creationId xmlns:a16="http://schemas.microsoft.com/office/drawing/2014/main" id="{A53F6154-28FD-4AAD-ABA2-068C458AC8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Zástupný objekt pre číslo snímky 5">
            <a:extLst>
              <a:ext uri="{FF2B5EF4-FFF2-40B4-BE49-F238E27FC236}">
                <a16:creationId xmlns:a16="http://schemas.microsoft.com/office/drawing/2014/main" id="{7EB84A0C-6509-45D9-9C43-0F06010482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01E90-6E5A-4F31-965C-2C561E1BEB24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25899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07DC991-8090-4518-890A-E768532916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44F18EDE-6AA6-4B84-B9AF-865754987D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4" name="Zástupný objekt pre dátum 3">
            <a:extLst>
              <a:ext uri="{FF2B5EF4-FFF2-40B4-BE49-F238E27FC236}">
                <a16:creationId xmlns:a16="http://schemas.microsoft.com/office/drawing/2014/main" id="{BDDA02F8-64DE-49F0-B496-0732D79ACF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8BBB66-CC81-4AFB-9494-17D363E6CE06}" type="datetimeFigureOut">
              <a:rPr lang="sk-SK" smtClean="0"/>
              <a:t>6. 5. 2025</a:t>
            </a:fld>
            <a:endParaRPr lang="sk-SK"/>
          </a:p>
        </p:txBody>
      </p:sp>
      <p:sp>
        <p:nvSpPr>
          <p:cNvPr id="5" name="Zástupný objekt pre pätu 4">
            <a:extLst>
              <a:ext uri="{FF2B5EF4-FFF2-40B4-BE49-F238E27FC236}">
                <a16:creationId xmlns:a16="http://schemas.microsoft.com/office/drawing/2014/main" id="{4B025AA8-CBFE-4C45-BD6C-0A51D25A32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Zástupný objekt pre číslo snímky 5">
            <a:extLst>
              <a:ext uri="{FF2B5EF4-FFF2-40B4-BE49-F238E27FC236}">
                <a16:creationId xmlns:a16="http://schemas.microsoft.com/office/drawing/2014/main" id="{89B77F4F-D22F-460D-B47C-78EC1D2BE5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01E90-6E5A-4F31-965C-2C561E1BEB24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7926898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Hlavička sekc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D9B1617-0B73-417B-98F9-C73D7F952A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sk-SK"/>
              <a:t>Kliknutím upravte štýl predlohy nadpisu</a:t>
            </a:r>
          </a:p>
        </p:txBody>
      </p:sp>
      <p:sp>
        <p:nvSpPr>
          <p:cNvPr id="3" name="Zástupný objekt pre text 2">
            <a:extLst>
              <a:ext uri="{FF2B5EF4-FFF2-40B4-BE49-F238E27FC236}">
                <a16:creationId xmlns:a16="http://schemas.microsoft.com/office/drawing/2014/main" id="{D51B45C0-1B41-4C3D-8C96-F1A679791A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4" name="Zástupný objekt pre dátum 3">
            <a:extLst>
              <a:ext uri="{FF2B5EF4-FFF2-40B4-BE49-F238E27FC236}">
                <a16:creationId xmlns:a16="http://schemas.microsoft.com/office/drawing/2014/main" id="{FE8765D0-91BA-4C81-B0B8-1C763F1630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8BBB66-CC81-4AFB-9494-17D363E6CE06}" type="datetimeFigureOut">
              <a:rPr lang="sk-SK" smtClean="0"/>
              <a:t>6. 5. 2025</a:t>
            </a:fld>
            <a:endParaRPr lang="sk-SK"/>
          </a:p>
        </p:txBody>
      </p:sp>
      <p:sp>
        <p:nvSpPr>
          <p:cNvPr id="5" name="Zástupný objekt pre pätu 4">
            <a:extLst>
              <a:ext uri="{FF2B5EF4-FFF2-40B4-BE49-F238E27FC236}">
                <a16:creationId xmlns:a16="http://schemas.microsoft.com/office/drawing/2014/main" id="{CFE3484C-A51B-4841-8074-8942EE9AB4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Zástupný objekt pre číslo snímky 5">
            <a:extLst>
              <a:ext uri="{FF2B5EF4-FFF2-40B4-BE49-F238E27FC236}">
                <a16:creationId xmlns:a16="http://schemas.microsoft.com/office/drawing/2014/main" id="{515AA313-48FE-40CF-85EF-C36A678679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01E90-6E5A-4F31-965C-2C561E1BEB24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40451888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8137C61-039A-4816-8C97-FEFC0D487D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06B914B8-0381-43B4-929A-9F6C71F64B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4" name="Zástupný objekt pre obsah 3">
            <a:extLst>
              <a:ext uri="{FF2B5EF4-FFF2-40B4-BE49-F238E27FC236}">
                <a16:creationId xmlns:a16="http://schemas.microsoft.com/office/drawing/2014/main" id="{1D17BA34-AAD8-4C72-B77D-F04476FFCA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5" name="Zástupný objekt pre dátum 4">
            <a:extLst>
              <a:ext uri="{FF2B5EF4-FFF2-40B4-BE49-F238E27FC236}">
                <a16:creationId xmlns:a16="http://schemas.microsoft.com/office/drawing/2014/main" id="{4DC68E67-AC0A-4000-8144-3A07A6947F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8BBB66-CC81-4AFB-9494-17D363E6CE06}" type="datetimeFigureOut">
              <a:rPr lang="sk-SK" smtClean="0"/>
              <a:t>6. 5. 2025</a:t>
            </a:fld>
            <a:endParaRPr lang="sk-SK"/>
          </a:p>
        </p:txBody>
      </p:sp>
      <p:sp>
        <p:nvSpPr>
          <p:cNvPr id="6" name="Zástupný objekt pre pätu 5">
            <a:extLst>
              <a:ext uri="{FF2B5EF4-FFF2-40B4-BE49-F238E27FC236}">
                <a16:creationId xmlns:a16="http://schemas.microsoft.com/office/drawing/2014/main" id="{AB74EDEE-742F-482C-ABA4-3DFDAC24CA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7" name="Zástupný objekt pre číslo snímky 6">
            <a:extLst>
              <a:ext uri="{FF2B5EF4-FFF2-40B4-BE49-F238E27FC236}">
                <a16:creationId xmlns:a16="http://schemas.microsoft.com/office/drawing/2014/main" id="{6542B7C4-A2F0-4BFE-972C-DAD017944B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01E90-6E5A-4F31-965C-2C561E1BEB24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4698595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4A7652E-CE14-414D-B312-E7CC724E94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sk-SK"/>
              <a:t>Kliknutím upravte štýl predlohy nadpisu</a:t>
            </a:r>
          </a:p>
        </p:txBody>
      </p:sp>
      <p:sp>
        <p:nvSpPr>
          <p:cNvPr id="3" name="Zástupný objekt pre text 2">
            <a:extLst>
              <a:ext uri="{FF2B5EF4-FFF2-40B4-BE49-F238E27FC236}">
                <a16:creationId xmlns:a16="http://schemas.microsoft.com/office/drawing/2014/main" id="{019D5DDB-358A-435B-92E4-48C7895F6E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4" name="Zástupný objekt pre obsah 3">
            <a:extLst>
              <a:ext uri="{FF2B5EF4-FFF2-40B4-BE49-F238E27FC236}">
                <a16:creationId xmlns:a16="http://schemas.microsoft.com/office/drawing/2014/main" id="{F70BC0F1-0932-4724-B303-AC2F41E59B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5" name="Zástupný objekt pre text 4">
            <a:extLst>
              <a:ext uri="{FF2B5EF4-FFF2-40B4-BE49-F238E27FC236}">
                <a16:creationId xmlns:a16="http://schemas.microsoft.com/office/drawing/2014/main" id="{919809E6-A125-4D57-A1D7-283994BA5B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6" name="Zástupný objekt pre obsah 5">
            <a:extLst>
              <a:ext uri="{FF2B5EF4-FFF2-40B4-BE49-F238E27FC236}">
                <a16:creationId xmlns:a16="http://schemas.microsoft.com/office/drawing/2014/main" id="{0E1FE696-E722-4157-979D-37DB48F14AF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7" name="Zástupný objekt pre dátum 6">
            <a:extLst>
              <a:ext uri="{FF2B5EF4-FFF2-40B4-BE49-F238E27FC236}">
                <a16:creationId xmlns:a16="http://schemas.microsoft.com/office/drawing/2014/main" id="{AEC6295C-C0D0-494F-BEC1-0FAC14D495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8BBB66-CC81-4AFB-9494-17D363E6CE06}" type="datetimeFigureOut">
              <a:rPr lang="sk-SK" smtClean="0"/>
              <a:t>6. 5. 2025</a:t>
            </a:fld>
            <a:endParaRPr lang="sk-SK"/>
          </a:p>
        </p:txBody>
      </p:sp>
      <p:sp>
        <p:nvSpPr>
          <p:cNvPr id="8" name="Zástupný objekt pre pätu 7">
            <a:extLst>
              <a:ext uri="{FF2B5EF4-FFF2-40B4-BE49-F238E27FC236}">
                <a16:creationId xmlns:a16="http://schemas.microsoft.com/office/drawing/2014/main" id="{BEAB6AB0-3B19-4479-A1C8-E923CE96B3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9" name="Zástupný objekt pre číslo snímky 8">
            <a:extLst>
              <a:ext uri="{FF2B5EF4-FFF2-40B4-BE49-F238E27FC236}">
                <a16:creationId xmlns:a16="http://schemas.microsoft.com/office/drawing/2014/main" id="{6C49C2CD-E230-4948-93C5-1295C07F95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01E90-6E5A-4F31-965C-2C561E1BEB24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6436319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Len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01C0D34-5666-4776-8D08-E525A39CBB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</a:p>
        </p:txBody>
      </p:sp>
      <p:sp>
        <p:nvSpPr>
          <p:cNvPr id="3" name="Zástupný objekt pre dátum 2">
            <a:extLst>
              <a:ext uri="{FF2B5EF4-FFF2-40B4-BE49-F238E27FC236}">
                <a16:creationId xmlns:a16="http://schemas.microsoft.com/office/drawing/2014/main" id="{AF94BC83-747C-486E-87D5-21C76D2DF5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8BBB66-CC81-4AFB-9494-17D363E6CE06}" type="datetimeFigureOut">
              <a:rPr lang="sk-SK" smtClean="0"/>
              <a:t>6. 5. 2025</a:t>
            </a:fld>
            <a:endParaRPr lang="sk-SK"/>
          </a:p>
        </p:txBody>
      </p:sp>
      <p:sp>
        <p:nvSpPr>
          <p:cNvPr id="4" name="Zástupný objekt pre pätu 3">
            <a:extLst>
              <a:ext uri="{FF2B5EF4-FFF2-40B4-BE49-F238E27FC236}">
                <a16:creationId xmlns:a16="http://schemas.microsoft.com/office/drawing/2014/main" id="{0BD6F963-33EC-44B5-B77A-082785DF03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5" name="Zástupný objekt pre číslo snímky 4">
            <a:extLst>
              <a:ext uri="{FF2B5EF4-FFF2-40B4-BE49-F238E27FC236}">
                <a16:creationId xmlns:a16="http://schemas.microsoft.com/office/drawing/2014/main" id="{D0EDFA14-3E44-4620-850D-EAF26E8BEF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01E90-6E5A-4F31-965C-2C561E1BEB24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2764380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jekt pre dátum 1">
            <a:extLst>
              <a:ext uri="{FF2B5EF4-FFF2-40B4-BE49-F238E27FC236}">
                <a16:creationId xmlns:a16="http://schemas.microsoft.com/office/drawing/2014/main" id="{02FD6A56-CC87-426D-BE36-623622971D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8BBB66-CC81-4AFB-9494-17D363E6CE06}" type="datetimeFigureOut">
              <a:rPr lang="sk-SK" smtClean="0"/>
              <a:t>6. 5. 2025</a:t>
            </a:fld>
            <a:endParaRPr lang="sk-SK"/>
          </a:p>
        </p:txBody>
      </p:sp>
      <p:sp>
        <p:nvSpPr>
          <p:cNvPr id="3" name="Zástupný objekt pre pätu 2">
            <a:extLst>
              <a:ext uri="{FF2B5EF4-FFF2-40B4-BE49-F238E27FC236}">
                <a16:creationId xmlns:a16="http://schemas.microsoft.com/office/drawing/2014/main" id="{28E7FC54-E337-4FFF-B8E1-46D2CA934F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4" name="Zástupný objekt pre číslo snímky 3">
            <a:extLst>
              <a:ext uri="{FF2B5EF4-FFF2-40B4-BE49-F238E27FC236}">
                <a16:creationId xmlns:a16="http://schemas.microsoft.com/office/drawing/2014/main" id="{60F9DC0B-0CCB-4965-B5F2-E8D99070DC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01E90-6E5A-4F31-965C-2C561E1BEB24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9131805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p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E8C02ED-82EA-4CC1-9985-4E5B2EEC4C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k-SK"/>
              <a:t>Kliknutím upravte štýl predlohy nadpisu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CEBE00FF-985D-4537-BB3D-414432CE4E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4" name="Zástupný objekt pre text 3">
            <a:extLst>
              <a:ext uri="{FF2B5EF4-FFF2-40B4-BE49-F238E27FC236}">
                <a16:creationId xmlns:a16="http://schemas.microsoft.com/office/drawing/2014/main" id="{AA5BE5F1-D1CD-4D71-8619-3DBCE22B5D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5" name="Zástupný objekt pre dátum 4">
            <a:extLst>
              <a:ext uri="{FF2B5EF4-FFF2-40B4-BE49-F238E27FC236}">
                <a16:creationId xmlns:a16="http://schemas.microsoft.com/office/drawing/2014/main" id="{552FC6C3-8FB1-4062-845A-E7C88B344C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8BBB66-CC81-4AFB-9494-17D363E6CE06}" type="datetimeFigureOut">
              <a:rPr lang="sk-SK" smtClean="0"/>
              <a:t>6. 5. 2025</a:t>
            </a:fld>
            <a:endParaRPr lang="sk-SK"/>
          </a:p>
        </p:txBody>
      </p:sp>
      <p:sp>
        <p:nvSpPr>
          <p:cNvPr id="6" name="Zástupný objekt pre pätu 5">
            <a:extLst>
              <a:ext uri="{FF2B5EF4-FFF2-40B4-BE49-F238E27FC236}">
                <a16:creationId xmlns:a16="http://schemas.microsoft.com/office/drawing/2014/main" id="{F7D652F8-6ED2-45A6-B5B6-615467B2C2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7" name="Zástupný objekt pre číslo snímky 6">
            <a:extLst>
              <a:ext uri="{FF2B5EF4-FFF2-40B4-BE49-F238E27FC236}">
                <a16:creationId xmlns:a16="http://schemas.microsoft.com/office/drawing/2014/main" id="{033FD946-2127-4D3D-BB08-AA3F566900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01E90-6E5A-4F31-965C-2C561E1BEB24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6979870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ok s p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886E67E-D5B1-4B33-AF65-A6EF856ED5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k-SK"/>
              <a:t>Kliknutím upravte štýl predlohy nadpisu</a:t>
            </a:r>
          </a:p>
        </p:txBody>
      </p:sp>
      <p:sp>
        <p:nvSpPr>
          <p:cNvPr id="3" name="Zástupný objekt pre obrázok 2">
            <a:extLst>
              <a:ext uri="{FF2B5EF4-FFF2-40B4-BE49-F238E27FC236}">
                <a16:creationId xmlns:a16="http://schemas.microsoft.com/office/drawing/2014/main" id="{2113148B-E8F5-4E43-802C-57398FEA569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sk-SK"/>
          </a:p>
        </p:txBody>
      </p:sp>
      <p:sp>
        <p:nvSpPr>
          <p:cNvPr id="4" name="Zástupný objekt pre text 3">
            <a:extLst>
              <a:ext uri="{FF2B5EF4-FFF2-40B4-BE49-F238E27FC236}">
                <a16:creationId xmlns:a16="http://schemas.microsoft.com/office/drawing/2014/main" id="{0579C7F5-6FD4-41A0-B803-CA9220D2A4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5" name="Zástupný objekt pre dátum 4">
            <a:extLst>
              <a:ext uri="{FF2B5EF4-FFF2-40B4-BE49-F238E27FC236}">
                <a16:creationId xmlns:a16="http://schemas.microsoft.com/office/drawing/2014/main" id="{6501ECD8-61F4-4CC9-A437-7471093A47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8BBB66-CC81-4AFB-9494-17D363E6CE06}" type="datetimeFigureOut">
              <a:rPr lang="sk-SK" smtClean="0"/>
              <a:t>6. 5. 2025</a:t>
            </a:fld>
            <a:endParaRPr lang="sk-SK"/>
          </a:p>
        </p:txBody>
      </p:sp>
      <p:sp>
        <p:nvSpPr>
          <p:cNvPr id="6" name="Zástupný objekt pre pätu 5">
            <a:extLst>
              <a:ext uri="{FF2B5EF4-FFF2-40B4-BE49-F238E27FC236}">
                <a16:creationId xmlns:a16="http://schemas.microsoft.com/office/drawing/2014/main" id="{2AF84D1E-50A8-43D2-8FC3-2C62D83EC5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7" name="Zástupný objekt pre číslo snímky 6">
            <a:extLst>
              <a:ext uri="{FF2B5EF4-FFF2-40B4-BE49-F238E27FC236}">
                <a16:creationId xmlns:a16="http://schemas.microsoft.com/office/drawing/2014/main" id="{57285BD4-89FB-4CCF-9950-E0CE72345A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01E90-6E5A-4F31-965C-2C561E1BEB24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9210508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z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6CF6517-ADB8-42D1-A9CE-1E5D9BB9AE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</a:p>
        </p:txBody>
      </p:sp>
      <p:sp>
        <p:nvSpPr>
          <p:cNvPr id="3" name="Zástupný objekt pre zvislý text 2">
            <a:extLst>
              <a:ext uri="{FF2B5EF4-FFF2-40B4-BE49-F238E27FC236}">
                <a16:creationId xmlns:a16="http://schemas.microsoft.com/office/drawing/2014/main" id="{BECDD838-BE33-451C-909C-16F018B904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4" name="Zástupný objekt pre dátum 3">
            <a:extLst>
              <a:ext uri="{FF2B5EF4-FFF2-40B4-BE49-F238E27FC236}">
                <a16:creationId xmlns:a16="http://schemas.microsoft.com/office/drawing/2014/main" id="{47F0B175-D1AD-4A6E-8240-C2496863F7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8BBB66-CC81-4AFB-9494-17D363E6CE06}" type="datetimeFigureOut">
              <a:rPr lang="sk-SK" smtClean="0"/>
              <a:t>6. 5. 2025</a:t>
            </a:fld>
            <a:endParaRPr lang="sk-SK"/>
          </a:p>
        </p:txBody>
      </p:sp>
      <p:sp>
        <p:nvSpPr>
          <p:cNvPr id="5" name="Zástupný objekt pre pätu 4">
            <a:extLst>
              <a:ext uri="{FF2B5EF4-FFF2-40B4-BE49-F238E27FC236}">
                <a16:creationId xmlns:a16="http://schemas.microsoft.com/office/drawing/2014/main" id="{7234AF19-BD2F-43F3-B4DF-0226EAD747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Zástupný objekt pre číslo snímky 5">
            <a:extLst>
              <a:ext uri="{FF2B5EF4-FFF2-40B4-BE49-F238E27FC236}">
                <a16:creationId xmlns:a16="http://schemas.microsoft.com/office/drawing/2014/main" id="{6CD5469E-5E60-4908-B9C3-E8F977FA0B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01E90-6E5A-4F31-965C-2C561E1BEB24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4923083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Z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vislý nadpis 1">
            <a:extLst>
              <a:ext uri="{FF2B5EF4-FFF2-40B4-BE49-F238E27FC236}">
                <a16:creationId xmlns:a16="http://schemas.microsoft.com/office/drawing/2014/main" id="{16A283E7-0E54-4F2B-A3E5-314E0342CCD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sk-SK"/>
              <a:t>Kliknutím upravte štýl predlohy nadpisu</a:t>
            </a:r>
          </a:p>
        </p:txBody>
      </p:sp>
      <p:sp>
        <p:nvSpPr>
          <p:cNvPr id="3" name="Zástupný objekt pre zvislý text 2">
            <a:extLst>
              <a:ext uri="{FF2B5EF4-FFF2-40B4-BE49-F238E27FC236}">
                <a16:creationId xmlns:a16="http://schemas.microsoft.com/office/drawing/2014/main" id="{1A1CE178-D2E0-4ABC-B3B3-C34D627C73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4" name="Zástupný objekt pre dátum 3">
            <a:extLst>
              <a:ext uri="{FF2B5EF4-FFF2-40B4-BE49-F238E27FC236}">
                <a16:creationId xmlns:a16="http://schemas.microsoft.com/office/drawing/2014/main" id="{0993A5B0-5EF1-4613-9FF9-CEF0A72BCE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8BBB66-CC81-4AFB-9494-17D363E6CE06}" type="datetimeFigureOut">
              <a:rPr lang="sk-SK" smtClean="0"/>
              <a:t>6. 5. 2025</a:t>
            </a:fld>
            <a:endParaRPr lang="sk-SK"/>
          </a:p>
        </p:txBody>
      </p:sp>
      <p:sp>
        <p:nvSpPr>
          <p:cNvPr id="5" name="Zástupný objekt pre pätu 4">
            <a:extLst>
              <a:ext uri="{FF2B5EF4-FFF2-40B4-BE49-F238E27FC236}">
                <a16:creationId xmlns:a16="http://schemas.microsoft.com/office/drawing/2014/main" id="{4E09927E-2DB0-4FC7-9E6E-B86D6F1563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Zástupný objekt pre číslo snímky 5">
            <a:extLst>
              <a:ext uri="{FF2B5EF4-FFF2-40B4-BE49-F238E27FC236}">
                <a16:creationId xmlns:a16="http://schemas.microsoft.com/office/drawing/2014/main" id="{755A6639-42F5-4297-9DA5-54FB7E7DF6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01E90-6E5A-4F31-965C-2C561E1BEB24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4949746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jekt pre nadpis 1">
            <a:extLst>
              <a:ext uri="{FF2B5EF4-FFF2-40B4-BE49-F238E27FC236}">
                <a16:creationId xmlns:a16="http://schemas.microsoft.com/office/drawing/2014/main" id="{46D6FD37-B01F-49C4-B1E9-0A8DC902D2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sk-SK"/>
              <a:t>Kliknutím upravte štýl predlohy nadpisu</a:t>
            </a:r>
          </a:p>
        </p:txBody>
      </p:sp>
      <p:sp>
        <p:nvSpPr>
          <p:cNvPr id="3" name="Zástupný objekt pre text 2">
            <a:extLst>
              <a:ext uri="{FF2B5EF4-FFF2-40B4-BE49-F238E27FC236}">
                <a16:creationId xmlns:a16="http://schemas.microsoft.com/office/drawing/2014/main" id="{B8139E1A-5D86-4EA9-8F9B-A5C8F6EBDC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4" name="Zástupný objekt pre dátum 3">
            <a:extLst>
              <a:ext uri="{FF2B5EF4-FFF2-40B4-BE49-F238E27FC236}">
                <a16:creationId xmlns:a16="http://schemas.microsoft.com/office/drawing/2014/main" id="{41795DDF-F65C-45E9-8D18-530755ACE7D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8BBB66-CC81-4AFB-9494-17D363E6CE06}" type="datetimeFigureOut">
              <a:rPr lang="sk-SK" smtClean="0"/>
              <a:t>6. 5. 2025</a:t>
            </a:fld>
            <a:endParaRPr lang="sk-SK"/>
          </a:p>
        </p:txBody>
      </p:sp>
      <p:sp>
        <p:nvSpPr>
          <p:cNvPr id="5" name="Zástupný objekt pre pätu 4">
            <a:extLst>
              <a:ext uri="{FF2B5EF4-FFF2-40B4-BE49-F238E27FC236}">
                <a16:creationId xmlns:a16="http://schemas.microsoft.com/office/drawing/2014/main" id="{5428668E-1612-4CA8-B5EB-C566BBF9E4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sk-SK"/>
          </a:p>
        </p:txBody>
      </p:sp>
      <p:sp>
        <p:nvSpPr>
          <p:cNvPr id="6" name="Zástupný objekt pre číslo snímky 5">
            <a:extLst>
              <a:ext uri="{FF2B5EF4-FFF2-40B4-BE49-F238E27FC236}">
                <a16:creationId xmlns:a16="http://schemas.microsoft.com/office/drawing/2014/main" id="{A30C59AB-7C21-424D-871C-4B2C05C95A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501E90-6E5A-4F31-965C-2C561E1BEB24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4550620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k-S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openxmlformats.org/officeDocument/2006/relationships/image" Target="../media/image13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Všetko o Vlkolínci - Visit Liptov">
            <a:extLst>
              <a:ext uri="{FF2B5EF4-FFF2-40B4-BE49-F238E27FC236}">
                <a16:creationId xmlns:a16="http://schemas.microsoft.com/office/drawing/2014/main" id="{D3B32025-3774-4327-9A40-9ACB40F57D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0" y="0"/>
            <a:ext cx="12107333" cy="6810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Nadpis 1">
            <a:extLst>
              <a:ext uri="{FF2B5EF4-FFF2-40B4-BE49-F238E27FC236}">
                <a16:creationId xmlns:a16="http://schemas.microsoft.com/office/drawing/2014/main" id="{773FCD87-2F95-45F5-AFAC-FF4D4E9E3B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65200" y="965200"/>
            <a:ext cx="10261600" cy="3564869"/>
          </a:xfrm>
        </p:spPr>
        <p:txBody>
          <a:bodyPr>
            <a:normAutofit/>
          </a:bodyPr>
          <a:lstStyle/>
          <a:p>
            <a:r>
              <a:rPr lang="sk-SK" sz="11500" dirty="0" err="1">
                <a:ln w="22225">
                  <a:solidFill>
                    <a:schemeClr val="tx1"/>
                  </a:solidFill>
                  <a:miter lim="800000"/>
                </a:ln>
                <a:noFill/>
                <a:latin typeface="Arial" panose="020B0604020202020204" pitchFamily="34" charset="0"/>
                <a:cs typeface="Arial" panose="020B0604020202020204" pitchFamily="34" charset="0"/>
              </a:rPr>
              <a:t>Vlkolínec</a:t>
            </a:r>
            <a:endParaRPr lang="sk-SK" sz="11500" dirty="0">
              <a:ln w="22225">
                <a:solidFill>
                  <a:schemeClr val="tx1"/>
                </a:solidFill>
                <a:miter lim="800000"/>
              </a:ln>
              <a:noFill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04A5C8A8-D0AA-4446-8062-CA51E30758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65200" y="4572002"/>
            <a:ext cx="10261600" cy="1202995"/>
          </a:xfrm>
        </p:spPr>
        <p:txBody>
          <a:bodyPr>
            <a:normAutofit/>
          </a:bodyPr>
          <a:lstStyle/>
          <a:p>
            <a:r>
              <a:rPr lang="sk-SK" sz="2000" i="1" dirty="0" err="1">
                <a:solidFill>
                  <a:schemeClr val="accent3">
                    <a:lumMod val="75000"/>
                  </a:schemeClr>
                </a:solidFill>
              </a:rPr>
              <a:t>Rei</a:t>
            </a:r>
            <a:r>
              <a:rPr lang="sk-SK" sz="2000" i="1" dirty="0">
                <a:solidFill>
                  <a:schemeClr val="accent3">
                    <a:lumMod val="75000"/>
                  </a:schemeClr>
                </a:solidFill>
              </a:rPr>
              <a:t> A. Brozman</a:t>
            </a:r>
          </a:p>
        </p:txBody>
      </p:sp>
    </p:spTree>
    <p:extLst>
      <p:ext uri="{BB962C8B-B14F-4D97-AF65-F5344CB8AC3E}">
        <p14:creationId xmlns:p14="http://schemas.microsoft.com/office/powerpoint/2010/main" val="110158753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drape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99" name="Slide Background">
            <a:extLst>
              <a:ext uri="{FF2B5EF4-FFF2-40B4-BE49-F238E27FC236}">
                <a16:creationId xmlns:a16="http://schemas.microsoft.com/office/drawing/2014/main" id="{B56CD7E2-FB5A-486A-A8B5-F6088E9F22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3101" name="Rectangle 3100">
            <a:extLst>
              <a:ext uri="{FF2B5EF4-FFF2-40B4-BE49-F238E27FC236}">
                <a16:creationId xmlns:a16="http://schemas.microsoft.com/office/drawing/2014/main" id="{A61710F7-AE29-4CD8-9F4D-DC8DE021C1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0" cy="2743199"/>
          </a:xfrm>
          <a:prstGeom prst="rect">
            <a:avLst/>
          </a:prstGeom>
          <a:ln>
            <a:noFill/>
          </a:ln>
          <a:effectLst>
            <a:outerShdw blurRad="254000" dist="127000" dir="5460000" sx="95000" sy="95000" algn="t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Obrázok 7">
            <a:extLst>
              <a:ext uri="{FF2B5EF4-FFF2-40B4-BE49-F238E27FC236}">
                <a16:creationId xmlns:a16="http://schemas.microsoft.com/office/drawing/2014/main" id="{5EC295AA-BC19-4A41-AED4-28E9FF02053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364" r="2" b="2"/>
          <a:stretch/>
        </p:blipFill>
        <p:spPr>
          <a:xfrm>
            <a:off x="6781796" y="-7"/>
            <a:ext cx="2628910" cy="2743208"/>
          </a:xfrm>
          <a:prstGeom prst="rect">
            <a:avLst/>
          </a:prstGeom>
          <a:effectLst>
            <a:outerShdw blurRad="254000" dist="190500" dir="5580000" sx="90000" sy="90000" algn="ctr" rotWithShape="0">
              <a:srgbClr val="000000">
                <a:alpha val="25000"/>
              </a:srgbClr>
            </a:outerShdw>
          </a:effectLst>
        </p:spPr>
      </p:pic>
      <p:sp>
        <p:nvSpPr>
          <p:cNvPr id="2" name="Nadpis 1">
            <a:extLst>
              <a:ext uri="{FF2B5EF4-FFF2-40B4-BE49-F238E27FC236}">
                <a16:creationId xmlns:a16="http://schemas.microsoft.com/office/drawing/2014/main" id="{74062FC6-13C5-4F25-B941-694D10CE51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451449"/>
            <a:ext cx="5205919" cy="1840302"/>
          </a:xfrm>
        </p:spPr>
        <p:txBody>
          <a:bodyPr anchor="ctr">
            <a:normAutofit/>
          </a:bodyPr>
          <a:lstStyle/>
          <a:p>
            <a:r>
              <a:rPr lang="sk-SK" sz="4000" dirty="0"/>
              <a:t>Úvod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6F2771C5-242F-4A55-8AB9-9906FBB5ED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3336740"/>
            <a:ext cx="5205919" cy="2941787"/>
          </a:xfrm>
        </p:spPr>
        <p:txBody>
          <a:bodyPr anchor="ctr">
            <a:normAutofit/>
          </a:bodyPr>
          <a:lstStyle/>
          <a:p>
            <a:r>
              <a:rPr lang="sk-SK" sz="2000"/>
              <a:t>Vlkolínec je jednou z </a:t>
            </a:r>
            <a:r>
              <a:rPr lang="sk-SK" sz="2000" b="1"/>
              <a:t>najzachovalejších tradičných dedín </a:t>
            </a:r>
            <a:r>
              <a:rPr lang="sk-SK" sz="2000"/>
              <a:t>na Slovensku.</a:t>
            </a:r>
          </a:p>
          <a:p>
            <a:r>
              <a:rPr lang="sk-SK" sz="2000"/>
              <a:t>Pamiatková rezervácia ľudovej architektúry</a:t>
            </a:r>
          </a:p>
          <a:p>
            <a:r>
              <a:rPr lang="sk-SK" sz="2000"/>
              <a:t>Približne </a:t>
            </a:r>
            <a:r>
              <a:rPr lang="sk-SK" sz="2000" b="1"/>
              <a:t>20 obývaných domov</a:t>
            </a:r>
          </a:p>
          <a:p>
            <a:r>
              <a:rPr lang="sk-SK" sz="2000"/>
              <a:t>Stále žijúci obyvatelia aj chalupári</a:t>
            </a:r>
          </a:p>
          <a:p>
            <a:r>
              <a:rPr lang="sk-SK" sz="2000"/>
              <a:t>Turistické atrakcie: </a:t>
            </a:r>
            <a:r>
              <a:rPr lang="sk-SK" sz="2000" b="1"/>
              <a:t>Múzeum ľudovej architektúry, galérie, výstavy, tradičné podujatia</a:t>
            </a:r>
          </a:p>
        </p:txBody>
      </p:sp>
      <p:pic>
        <p:nvPicPr>
          <p:cNvPr id="14" name="Picture 2" descr="Obec Vlkolínec v Ružomberku - UNESCO pamiatka">
            <a:extLst>
              <a:ext uri="{FF2B5EF4-FFF2-40B4-BE49-F238E27FC236}">
                <a16:creationId xmlns:a16="http://schemas.microsoft.com/office/drawing/2014/main" id="{1C8D53F5-8758-4519-9DF8-48CB44A73D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11" r="22595" b="2"/>
          <a:stretch/>
        </p:blipFill>
        <p:spPr bwMode="auto">
          <a:xfrm>
            <a:off x="6781800" y="2743200"/>
            <a:ext cx="5410199" cy="41288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Obrázok 5">
            <a:extLst>
              <a:ext uri="{FF2B5EF4-FFF2-40B4-BE49-F238E27FC236}">
                <a16:creationId xmlns:a16="http://schemas.microsoft.com/office/drawing/2014/main" id="{2F5F9281-B632-45ED-A883-A0EE2FFF465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2496" r="9322" b="2"/>
          <a:stretch/>
        </p:blipFill>
        <p:spPr>
          <a:xfrm>
            <a:off x="9410706" y="3"/>
            <a:ext cx="2781293" cy="2743199"/>
          </a:xfrm>
          <a:prstGeom prst="rect">
            <a:avLst/>
          </a:prstGeom>
          <a:effectLst>
            <a:outerShdw blurRad="254000" dist="190500" dir="5580000" sx="92000" sy="92000" algn="t" rotWithShape="0">
              <a:prstClr val="black">
                <a:alpha val="38000"/>
              </a:prstClr>
            </a:outerShdw>
          </a:effectLst>
        </p:spPr>
      </p:pic>
      <p:sp>
        <p:nvSpPr>
          <p:cNvPr id="4" name="AutoShape 4" descr="Tipy na výlety Vlkolínec">
            <a:extLst>
              <a:ext uri="{FF2B5EF4-FFF2-40B4-BE49-F238E27FC236}">
                <a16:creationId xmlns:a16="http://schemas.microsoft.com/office/drawing/2014/main" id="{0A3E89B0-DB05-48E1-8254-EBC821AB365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747632122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allOver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Slide Background">
            <a:extLst>
              <a:ext uri="{FF2B5EF4-FFF2-40B4-BE49-F238E27FC236}">
                <a16:creationId xmlns:a16="http://schemas.microsoft.com/office/drawing/2014/main" id="{7DE220E6-BA55-4F04-B3C4-F4985F3E77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035" name="tint">
            <a:extLst>
              <a:ext uri="{FF2B5EF4-FFF2-40B4-BE49-F238E27FC236}">
                <a16:creationId xmlns:a16="http://schemas.microsoft.com/office/drawing/2014/main" id="{5AE190BC-D2FD-433E-AB89-0DF68EFD6D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145644" y="0"/>
            <a:ext cx="1046356" cy="6858000"/>
          </a:xfrm>
          <a:prstGeom prst="rect">
            <a:avLst/>
          </a:prstGeom>
          <a:solidFill>
            <a:schemeClr val="bg2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/>
          </a:p>
        </p:txBody>
      </p:sp>
      <p:sp useBgFill="1">
        <p:nvSpPr>
          <p:cNvPr id="1037" name="Rectangle 1036">
            <a:extLst>
              <a:ext uri="{FF2B5EF4-FFF2-40B4-BE49-F238E27FC236}">
                <a16:creationId xmlns:a16="http://schemas.microsoft.com/office/drawing/2014/main" id="{43E8FEA2-54EE-4F84-B5DB-A055A7D805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16444" y="0"/>
            <a:ext cx="6075554" cy="6858000"/>
          </a:xfrm>
          <a:prstGeom prst="rect">
            <a:avLst/>
          </a:prstGeom>
          <a:ln>
            <a:noFill/>
          </a:ln>
          <a:effectLst>
            <a:outerShdw blurRad="508000" dist="190500" dir="5460000" sx="93000" sy="93000" algn="t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05F8CDA6-A4FB-402C-BD35-CEDCCB4696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6432" y="762001"/>
            <a:ext cx="4554680" cy="1708243"/>
          </a:xfrm>
        </p:spPr>
        <p:txBody>
          <a:bodyPr anchor="ctr">
            <a:normAutofit/>
          </a:bodyPr>
          <a:lstStyle/>
          <a:p>
            <a:r>
              <a:rPr lang="sk-SK" sz="4000" dirty="0"/>
              <a:t>Geografická poloha</a:t>
            </a:r>
          </a:p>
        </p:txBody>
      </p:sp>
      <p:pic>
        <p:nvPicPr>
          <p:cNvPr id="1028" name="Picture 4" descr="Long-Term Development Trend of the Historical Cultural Landscape of the  UNESCO Monument: Vlkolínec (Slovakia)">
            <a:extLst>
              <a:ext uri="{FF2B5EF4-FFF2-40B4-BE49-F238E27FC236}">
                <a16:creationId xmlns:a16="http://schemas.microsoft.com/office/drawing/2014/main" id="{735D4691-5A01-4D34-BB5B-9E3AB617AA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61367" y="2288075"/>
            <a:ext cx="4541003" cy="22818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DE2D13F6-9FC3-429F-9C60-28223ABA8A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16432" y="2470244"/>
            <a:ext cx="4554680" cy="3769835"/>
          </a:xfrm>
        </p:spPr>
        <p:txBody>
          <a:bodyPr anchor="ctr">
            <a:normAutofit/>
          </a:bodyPr>
          <a:lstStyle/>
          <a:p>
            <a:r>
              <a:rPr lang="sk-SK" sz="2000" dirty="0"/>
              <a:t>Región: </a:t>
            </a:r>
            <a:r>
              <a:rPr lang="sk-SK" sz="2000" b="1" dirty="0"/>
              <a:t>Žilinský kraj</a:t>
            </a:r>
          </a:p>
          <a:p>
            <a:r>
              <a:rPr lang="sk-SK" sz="2000" dirty="0"/>
              <a:t>Nadmorská výška: </a:t>
            </a:r>
            <a:r>
              <a:rPr lang="sk-SK" sz="2000" b="1" dirty="0"/>
              <a:t>718 m n. m</a:t>
            </a:r>
            <a:r>
              <a:rPr lang="sk-SK" sz="2000" dirty="0"/>
              <a:t>.</a:t>
            </a:r>
          </a:p>
          <a:p>
            <a:r>
              <a:rPr lang="sk-SK" sz="2000" dirty="0"/>
              <a:t>Súčasť Liptova a Veľkej Fatry</a:t>
            </a:r>
          </a:p>
          <a:p>
            <a:r>
              <a:rPr lang="sk-SK" sz="2000" dirty="0"/>
              <a:t>Prístup z mesta Ružomberok (cca 6 km)</a:t>
            </a:r>
          </a:p>
          <a:p>
            <a:r>
              <a:rPr lang="sk-SK" sz="2000" dirty="0"/>
              <a:t>Z východnej strany obklopujú kopce </a:t>
            </a:r>
            <a:r>
              <a:rPr lang="sk-SK" sz="2000" b="1" dirty="0" err="1"/>
              <a:t>Stráňa</a:t>
            </a:r>
            <a:endParaRPr lang="sk-SK" sz="2000" b="1" dirty="0"/>
          </a:p>
          <a:p>
            <a:r>
              <a:rPr lang="sk-SK" sz="2000" dirty="0"/>
              <a:t>od západu vyvýšeniny </a:t>
            </a:r>
            <a:r>
              <a:rPr lang="sk-SK" sz="2000" b="1" dirty="0"/>
              <a:t>Laz</a:t>
            </a:r>
            <a:r>
              <a:rPr lang="sk-SK" sz="2000" dirty="0"/>
              <a:t> a </a:t>
            </a:r>
            <a:r>
              <a:rPr lang="sk-SK" sz="2000" b="1" dirty="0"/>
              <a:t>Diel</a:t>
            </a:r>
          </a:p>
          <a:p>
            <a:r>
              <a:rPr lang="sk-SK" sz="2000" dirty="0"/>
              <a:t>od juhu </a:t>
            </a:r>
            <a:r>
              <a:rPr lang="sk-SK" sz="2000" b="1" dirty="0" err="1"/>
              <a:t>Ravný</a:t>
            </a:r>
            <a:r>
              <a:rPr lang="sk-SK" sz="2000" b="1" dirty="0"/>
              <a:t> diel</a:t>
            </a:r>
          </a:p>
        </p:txBody>
      </p:sp>
    </p:spTree>
    <p:extLst>
      <p:ext uri="{BB962C8B-B14F-4D97-AF65-F5344CB8AC3E}">
        <p14:creationId xmlns:p14="http://schemas.microsoft.com/office/powerpoint/2010/main" val="874983580"/>
      </p:ext>
    </p:extLst>
  </p:cSld>
  <p:clrMapOvr>
    <a:masterClrMapping/>
  </p:clrMapOvr>
  <p:transition spd="med">
    <p:pull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129" name="Slide Background">
            <a:extLst>
              <a:ext uri="{FF2B5EF4-FFF2-40B4-BE49-F238E27FC236}">
                <a16:creationId xmlns:a16="http://schemas.microsoft.com/office/drawing/2014/main" id="{8EDA5368-A979-4B34-9854-EE8A1BD1D4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5131" name="Rectangle 5130">
            <a:extLst>
              <a:ext uri="{FF2B5EF4-FFF2-40B4-BE49-F238E27FC236}">
                <a16:creationId xmlns:a16="http://schemas.microsoft.com/office/drawing/2014/main" id="{4DDF5142-012F-4F19-AC1B-A41BA3562A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3" cy="2743200"/>
          </a:xfrm>
          <a:prstGeom prst="rect">
            <a:avLst/>
          </a:prstGeom>
          <a:ln>
            <a:noFill/>
          </a:ln>
          <a:effectLst>
            <a:outerShdw blurRad="228600" dist="114300" dir="7140000" sx="95000" sy="95000" algn="t" rotWithShape="0">
              <a:srgbClr val="000000">
                <a:alpha val="2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BFCDB34C-E66B-4E5B-BA52-1FB0BBF1C1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5949" y="425002"/>
            <a:ext cx="6180630" cy="1927133"/>
          </a:xfrm>
        </p:spPr>
        <p:txBody>
          <a:bodyPr>
            <a:normAutofit/>
          </a:bodyPr>
          <a:lstStyle/>
          <a:p>
            <a:r>
              <a:rPr lang="sk-SK" sz="4000" dirty="0"/>
              <a:t>História</a:t>
            </a:r>
          </a:p>
        </p:txBody>
      </p:sp>
      <p:pic>
        <p:nvPicPr>
          <p:cNvPr id="5124" name="Picture 4" descr="Vlkolínec je v kurze a každý rok ho navštevuje viac ľudí - SME | MY Liptov">
            <a:extLst>
              <a:ext uri="{FF2B5EF4-FFF2-40B4-BE49-F238E27FC236}">
                <a16:creationId xmlns:a16="http://schemas.microsoft.com/office/drawing/2014/main" id="{0B78E808-EF86-47F8-AC66-D87734E46D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709" r="1" b="1"/>
          <a:stretch/>
        </p:blipFill>
        <p:spPr bwMode="auto">
          <a:xfrm>
            <a:off x="5" y="2743199"/>
            <a:ext cx="4353053" cy="411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2" name="Picture 2" descr="Vlkolínec - živá história - Photopointy | ePhoto.sk - foto, fotografie,  fotoaparáty">
            <a:extLst>
              <a:ext uri="{FF2B5EF4-FFF2-40B4-BE49-F238E27FC236}">
                <a16:creationId xmlns:a16="http://schemas.microsoft.com/office/drawing/2014/main" id="{2DDEEA22-0D4E-4EB3-8A7D-DC107DBF1B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81" r="2359"/>
          <a:stretch/>
        </p:blipFill>
        <p:spPr bwMode="auto">
          <a:xfrm>
            <a:off x="-5" y="1"/>
            <a:ext cx="4353052" cy="2743199"/>
          </a:xfrm>
          <a:prstGeom prst="rect">
            <a:avLst/>
          </a:prstGeom>
          <a:noFill/>
          <a:effectLst>
            <a:outerShdw blurRad="254000" dist="190500" dir="5580000" sx="90000" sy="90000" algn="ctr" rotWithShape="0">
              <a:srgbClr val="000000">
                <a:alpha val="2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70A36F6B-0518-4780-9EEA-D2C9D438C4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75949" y="3244190"/>
            <a:ext cx="6104956" cy="3112817"/>
          </a:xfrm>
        </p:spPr>
        <p:txBody>
          <a:bodyPr anchor="ctr">
            <a:normAutofit/>
          </a:bodyPr>
          <a:lstStyle/>
          <a:p>
            <a:r>
              <a:rPr lang="sk-SK" sz="2000" dirty="0"/>
              <a:t>Prvá písomná zmienka: </a:t>
            </a:r>
            <a:r>
              <a:rPr lang="sk-SK" sz="2000" b="1" dirty="0"/>
              <a:t>1376</a:t>
            </a:r>
          </a:p>
          <a:p>
            <a:r>
              <a:rPr lang="sk-SK" sz="2000" dirty="0"/>
              <a:t>Pôvodne </a:t>
            </a:r>
            <a:r>
              <a:rPr lang="sk-SK" sz="2000" b="1" dirty="0"/>
              <a:t>pastierska</a:t>
            </a:r>
            <a:r>
              <a:rPr lang="sk-SK" sz="2000" dirty="0"/>
              <a:t> a </a:t>
            </a:r>
            <a:r>
              <a:rPr lang="sk-SK" sz="2000" b="1" dirty="0"/>
              <a:t>roľnícka</a:t>
            </a:r>
            <a:r>
              <a:rPr lang="sk-SK" sz="2000" dirty="0"/>
              <a:t> osada</a:t>
            </a:r>
          </a:p>
          <a:p>
            <a:r>
              <a:rPr lang="sk-SK" sz="2000" dirty="0"/>
              <a:t>Cez 2. svetovú vojnu </a:t>
            </a:r>
            <a:r>
              <a:rPr lang="sk-SK" sz="2000" b="1" dirty="0"/>
              <a:t>vypálená</a:t>
            </a:r>
          </a:p>
          <a:p>
            <a:r>
              <a:rPr lang="sk-SK" sz="2000" dirty="0"/>
              <a:t>Dedinou ostala bez veľkých urbanizačných zmien – zachovaná tradičná architektúra</a:t>
            </a:r>
          </a:p>
          <a:p>
            <a:r>
              <a:rPr lang="sk-SK" sz="2000" dirty="0"/>
              <a:t>Zápis do UNESCO v roku </a:t>
            </a:r>
            <a:r>
              <a:rPr lang="sk-SK" sz="2000" b="1" dirty="0"/>
              <a:t>1993</a:t>
            </a:r>
            <a:r>
              <a:rPr lang="sk-SK" sz="2000" dirty="0"/>
              <a:t> pre unikátnu zachovalosť tradičného spôsobu života</a:t>
            </a:r>
          </a:p>
        </p:txBody>
      </p:sp>
    </p:spTree>
    <p:extLst>
      <p:ext uri="{BB962C8B-B14F-4D97-AF65-F5344CB8AC3E}">
        <p14:creationId xmlns:p14="http://schemas.microsoft.com/office/powerpoint/2010/main" val="616332854"/>
      </p:ext>
    </p:extLst>
  </p:cSld>
  <p:clrMapOvr>
    <a:masterClrMapping/>
  </p:clrMapOvr>
  <p:transition spd="slow">
    <p:cover dir="l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23" name="Slide Background">
            <a:extLst>
              <a:ext uri="{FF2B5EF4-FFF2-40B4-BE49-F238E27FC236}">
                <a16:creationId xmlns:a16="http://schemas.microsoft.com/office/drawing/2014/main" id="{7B0EAC71-1588-4F05-B8F6-39B63FC638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11" name="tint">
            <a:extLst>
              <a:ext uri="{FF2B5EF4-FFF2-40B4-BE49-F238E27FC236}">
                <a16:creationId xmlns:a16="http://schemas.microsoft.com/office/drawing/2014/main" id="{B7D0ACE8-8ED8-4CA7-9DDB-B725E80C04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141700" y="0"/>
            <a:ext cx="1047252" cy="6858000"/>
          </a:xfrm>
          <a:prstGeom prst="rect">
            <a:avLst/>
          </a:prstGeom>
          <a:solidFill>
            <a:schemeClr val="bg2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4113" name="Rectangle 4112">
            <a:extLst>
              <a:ext uri="{FF2B5EF4-FFF2-40B4-BE49-F238E27FC236}">
                <a16:creationId xmlns:a16="http://schemas.microsoft.com/office/drawing/2014/main" id="{9864AAEA-8DC4-4D15-864C-B53C5B4CC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4115" name="Rectangle 4114">
            <a:extLst>
              <a:ext uri="{FF2B5EF4-FFF2-40B4-BE49-F238E27FC236}">
                <a16:creationId xmlns:a16="http://schemas.microsoft.com/office/drawing/2014/main" id="{E82F361B-984A-43B6-AFE8-1F14394284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299"/>
            <a:ext cx="12191999" cy="2726601"/>
          </a:xfrm>
          <a:prstGeom prst="rect">
            <a:avLst/>
          </a:prstGeom>
          <a:ln>
            <a:noFill/>
          </a:ln>
          <a:effectLst>
            <a:outerShdw blurRad="596900" dist="330200" dir="7140000" sx="87000" sy="87000" algn="t" rotWithShape="0">
              <a:srgbClr val="000000">
                <a:alpha val="26667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C9D76A0A-7F0E-4B1C-95DC-697594C5EE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1" y="529088"/>
            <a:ext cx="4697303" cy="1804680"/>
          </a:xfrm>
        </p:spPr>
        <p:txBody>
          <a:bodyPr>
            <a:normAutofit/>
          </a:bodyPr>
          <a:lstStyle/>
          <a:p>
            <a:r>
              <a:rPr lang="sk-SK" sz="4000" dirty="0"/>
              <a:t>Ľudová architektúra</a:t>
            </a:r>
          </a:p>
        </p:txBody>
      </p:sp>
      <p:sp useBgFill="1">
        <p:nvSpPr>
          <p:cNvPr id="4117" name="Rectangle 4116">
            <a:extLst>
              <a:ext uri="{FF2B5EF4-FFF2-40B4-BE49-F238E27FC236}">
                <a16:creationId xmlns:a16="http://schemas.microsoft.com/office/drawing/2014/main" id="{4F2A6A32-9ADF-4DD4-AEA5-0D1FF0F8B4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5998" y="0"/>
            <a:ext cx="6096001" cy="6849700"/>
          </a:xfrm>
          <a:prstGeom prst="rect">
            <a:avLst/>
          </a:prstGeom>
          <a:ln>
            <a:noFill/>
          </a:ln>
          <a:effectLst>
            <a:outerShdw blurRad="596900" dist="317500" dir="8820000" sx="87000" sy="87000" algn="t" rotWithShape="0">
              <a:schemeClr val="tx1">
                <a:alpha val="27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104" name="Picture 8" descr="Čarovný Vlkolínec stále žije - Regióny - Správy - Pravda">
            <a:extLst>
              <a:ext uri="{FF2B5EF4-FFF2-40B4-BE49-F238E27FC236}">
                <a16:creationId xmlns:a16="http://schemas.microsoft.com/office/drawing/2014/main" id="{7815E5AE-D026-491A-9150-3BDE9C38A1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335"/>
          <a:stretch/>
        </p:blipFill>
        <p:spPr bwMode="auto">
          <a:xfrm>
            <a:off x="20" y="2734900"/>
            <a:ext cx="6095983" cy="41313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 descr="Vlkolínec – Wikipédia">
            <a:extLst>
              <a:ext uri="{FF2B5EF4-FFF2-40B4-BE49-F238E27FC236}">
                <a16:creationId xmlns:a16="http://schemas.microsoft.com/office/drawing/2014/main" id="{73A5C3F8-643C-4C9D-AD25-C94DFDDA13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907" r="13149" b="-2"/>
          <a:stretch/>
        </p:blipFill>
        <p:spPr bwMode="auto">
          <a:xfrm>
            <a:off x="9144012" y="-12883"/>
            <a:ext cx="3048001" cy="2751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Obrázok 3">
            <a:extLst>
              <a:ext uri="{FF2B5EF4-FFF2-40B4-BE49-F238E27FC236}">
                <a16:creationId xmlns:a16="http://schemas.microsoft.com/office/drawing/2014/main" id="{2E1D38B0-DECF-4F73-A7D3-816D3FED654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0576" r="16443"/>
          <a:stretch/>
        </p:blipFill>
        <p:spPr>
          <a:xfrm>
            <a:off x="6095997" y="-12883"/>
            <a:ext cx="3054096" cy="2751500"/>
          </a:xfrm>
          <a:prstGeom prst="rect">
            <a:avLst/>
          </a:prstGeom>
        </p:spPr>
      </p:pic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A0EB1357-FBD9-4765-980A-F118E91227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94838" y="3234518"/>
            <a:ext cx="4505275" cy="3121831"/>
          </a:xfrm>
        </p:spPr>
        <p:txBody>
          <a:bodyPr anchor="ctr">
            <a:normAutofit/>
          </a:bodyPr>
          <a:lstStyle/>
          <a:p>
            <a:r>
              <a:rPr lang="sk-SK" sz="2000" dirty="0"/>
              <a:t>Typické zrubové domy z 19. storočia, dlhé dvory</a:t>
            </a:r>
          </a:p>
          <a:p>
            <a:r>
              <a:rPr lang="sk-SK" sz="2000" dirty="0"/>
              <a:t>Jedinečnosť zachovaná vďaka izolovanosti</a:t>
            </a:r>
          </a:p>
          <a:p>
            <a:r>
              <a:rPr lang="sk-SK" sz="2000" dirty="0"/>
              <a:t>Kamenné základy, drevené steny, šindľové strechy</a:t>
            </a:r>
          </a:p>
          <a:p>
            <a:r>
              <a:rPr lang="sk-SK" sz="2000" dirty="0"/>
              <a:t>Dôležité objekty: </a:t>
            </a:r>
            <a:r>
              <a:rPr lang="sk-SK" sz="2000" b="1" dirty="0"/>
              <a:t>zrubová škola, drevená studňa, zvonica</a:t>
            </a:r>
            <a:r>
              <a:rPr lang="sk-SK" sz="2000" dirty="0"/>
              <a:t> z roku 1770</a:t>
            </a:r>
          </a:p>
        </p:txBody>
      </p:sp>
    </p:spTree>
    <p:extLst>
      <p:ext uri="{BB962C8B-B14F-4D97-AF65-F5344CB8AC3E}">
        <p14:creationId xmlns:p14="http://schemas.microsoft.com/office/powerpoint/2010/main" val="3220889521"/>
      </p:ext>
    </p:extLst>
  </p:cSld>
  <p:clrMapOvr>
    <a:masterClrMapping/>
  </p:clrMapOvr>
  <p:transition spd="slow">
    <p:pull dir="r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rázok 3">
            <a:extLst>
              <a:ext uri="{FF2B5EF4-FFF2-40B4-BE49-F238E27FC236}">
                <a16:creationId xmlns:a16="http://schemas.microsoft.com/office/drawing/2014/main" id="{C8A9A3F9-B08E-491E-B161-500B8E765F8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0505" r="-2" b="23125"/>
          <a:stretch/>
        </p:blipFill>
        <p:spPr>
          <a:xfrm>
            <a:off x="4493436" y="243"/>
            <a:ext cx="7698564" cy="3346705"/>
          </a:xfrm>
          <a:custGeom>
            <a:avLst/>
            <a:gdLst/>
            <a:ahLst/>
            <a:cxnLst/>
            <a:rect l="l" t="t" r="r" b="b"/>
            <a:pathLst>
              <a:path w="7698564" h="3346705">
                <a:moveTo>
                  <a:pt x="1549963" y="0"/>
                </a:moveTo>
                <a:lnTo>
                  <a:pt x="1555540" y="0"/>
                </a:lnTo>
                <a:lnTo>
                  <a:pt x="2621768" y="0"/>
                </a:lnTo>
                <a:lnTo>
                  <a:pt x="6451640" y="0"/>
                </a:lnTo>
                <a:lnTo>
                  <a:pt x="6451640" y="479"/>
                </a:lnTo>
                <a:lnTo>
                  <a:pt x="7698564" y="479"/>
                </a:lnTo>
                <a:lnTo>
                  <a:pt x="7698564" y="3346705"/>
                </a:lnTo>
                <a:lnTo>
                  <a:pt x="0" y="3346705"/>
                </a:lnTo>
                <a:close/>
              </a:path>
            </a:pathLst>
          </a:custGeom>
        </p:spPr>
      </p:pic>
      <p:pic>
        <p:nvPicPr>
          <p:cNvPr id="3" name="Obrázok 2">
            <a:extLst>
              <a:ext uri="{FF2B5EF4-FFF2-40B4-BE49-F238E27FC236}">
                <a16:creationId xmlns:a16="http://schemas.microsoft.com/office/drawing/2014/main" id="{6E29C38F-6D1F-4D72-A661-159D2D660A6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827" r="-3" b="1924"/>
          <a:stretch/>
        </p:blipFill>
        <p:spPr>
          <a:xfrm>
            <a:off x="20" y="10"/>
            <a:ext cx="5859777" cy="3346695"/>
          </a:xfrm>
          <a:custGeom>
            <a:avLst/>
            <a:gdLst/>
            <a:ahLst/>
            <a:cxnLst/>
            <a:rect l="l" t="t" r="r" b="b"/>
            <a:pathLst>
              <a:path w="5859797" h="3346705">
                <a:moveTo>
                  <a:pt x="0" y="0"/>
                </a:moveTo>
                <a:lnTo>
                  <a:pt x="5859797" y="0"/>
                </a:lnTo>
                <a:lnTo>
                  <a:pt x="4309834" y="3346705"/>
                </a:lnTo>
                <a:lnTo>
                  <a:pt x="4304257" y="3346705"/>
                </a:lnTo>
                <a:lnTo>
                  <a:pt x="3238029" y="3346705"/>
                </a:lnTo>
                <a:lnTo>
                  <a:pt x="0" y="3346705"/>
                </a:lnTo>
                <a:close/>
              </a:path>
            </a:pathLst>
          </a:custGeom>
        </p:spPr>
      </p:pic>
      <p:pic>
        <p:nvPicPr>
          <p:cNvPr id="6152" name="Picture 8" descr="Vlkolínec - prehliadka - Podhorská osada dreveníc...">
            <a:extLst>
              <a:ext uri="{FF2B5EF4-FFF2-40B4-BE49-F238E27FC236}">
                <a16:creationId xmlns:a16="http://schemas.microsoft.com/office/drawing/2014/main" id="{E02B2AE0-0826-496F-9668-99C40509DD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616" r="2" b="2"/>
          <a:stretch/>
        </p:blipFill>
        <p:spPr bwMode="auto">
          <a:xfrm>
            <a:off x="6350089" y="3511295"/>
            <a:ext cx="5841911" cy="3346705"/>
          </a:xfrm>
          <a:custGeom>
            <a:avLst/>
            <a:gdLst/>
            <a:ahLst/>
            <a:cxnLst/>
            <a:rect l="l" t="t" r="r" b="b"/>
            <a:pathLst>
              <a:path w="5841911" h="3346705">
                <a:moveTo>
                  <a:pt x="1549963" y="0"/>
                </a:moveTo>
                <a:lnTo>
                  <a:pt x="1555540" y="0"/>
                </a:lnTo>
                <a:lnTo>
                  <a:pt x="2621768" y="0"/>
                </a:lnTo>
                <a:lnTo>
                  <a:pt x="5841911" y="0"/>
                </a:lnTo>
                <a:lnTo>
                  <a:pt x="5841911" y="3346705"/>
                </a:lnTo>
                <a:lnTo>
                  <a:pt x="0" y="3346705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Obrázok 4">
            <a:extLst>
              <a:ext uri="{FF2B5EF4-FFF2-40B4-BE49-F238E27FC236}">
                <a16:creationId xmlns:a16="http://schemas.microsoft.com/office/drawing/2014/main" id="{EACCE3AE-FD08-435E-81B9-31A3E43C140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33833" r="-2" b="49"/>
          <a:stretch/>
        </p:blipFill>
        <p:spPr>
          <a:xfrm>
            <a:off x="20" y="3511295"/>
            <a:ext cx="7698544" cy="3346705"/>
          </a:xfrm>
          <a:custGeom>
            <a:avLst/>
            <a:gdLst/>
            <a:ahLst/>
            <a:cxnLst/>
            <a:rect l="l" t="t" r="r" b="b"/>
            <a:pathLst>
              <a:path w="7698564" h="3346705">
                <a:moveTo>
                  <a:pt x="0" y="0"/>
                </a:moveTo>
                <a:lnTo>
                  <a:pt x="7698564" y="0"/>
                </a:lnTo>
                <a:lnTo>
                  <a:pt x="6148601" y="3346705"/>
                </a:lnTo>
                <a:lnTo>
                  <a:pt x="6143024" y="3346705"/>
                </a:lnTo>
                <a:lnTo>
                  <a:pt x="5076796" y="3346705"/>
                </a:lnTo>
                <a:lnTo>
                  <a:pt x="1246924" y="3346705"/>
                </a:lnTo>
                <a:lnTo>
                  <a:pt x="1246924" y="3346226"/>
                </a:lnTo>
                <a:lnTo>
                  <a:pt x="0" y="3346226"/>
                </a:lnTo>
                <a:close/>
              </a:path>
            </a:pathLst>
          </a:custGeom>
        </p:spPr>
      </p:pic>
      <p:sp>
        <p:nvSpPr>
          <p:cNvPr id="6" name="BlokTextu 5">
            <a:extLst>
              <a:ext uri="{FF2B5EF4-FFF2-40B4-BE49-F238E27FC236}">
                <a16:creationId xmlns:a16="http://schemas.microsoft.com/office/drawing/2014/main" id="{B905B5F3-453E-4815-8FDD-2668EC7EBAAC}"/>
              </a:ext>
            </a:extLst>
          </p:cNvPr>
          <p:cNvSpPr txBox="1"/>
          <p:nvPr/>
        </p:nvSpPr>
        <p:spPr>
          <a:xfrm>
            <a:off x="8110818" y="2761930"/>
            <a:ext cx="408118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k-SK" sz="3200" b="1" dirty="0">
                <a:solidFill>
                  <a:schemeClr val="bg1"/>
                </a:solidFill>
                <a:effectLst>
                  <a:outerShdw blurRad="50800" dist="38100" dir="13500000" algn="br" rotWithShape="0">
                    <a:prstClr val="black">
                      <a:alpha val="40000"/>
                    </a:prstClr>
                  </a:outerShdw>
                </a:effectLst>
              </a:rPr>
              <a:t>zrubová škola - interiér</a:t>
            </a:r>
            <a:endParaRPr lang="sk-SK" sz="3200" dirty="0">
              <a:solidFill>
                <a:schemeClr val="bg1"/>
              </a:solidFill>
              <a:effectLst>
                <a:outerShdw blurRad="50800" dist="38100" dir="13500000" algn="br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7" name="BlokTextu 6">
            <a:extLst>
              <a:ext uri="{FF2B5EF4-FFF2-40B4-BE49-F238E27FC236}">
                <a16:creationId xmlns:a16="http://schemas.microsoft.com/office/drawing/2014/main" id="{DBD11A67-9D24-4119-9D11-ECB24B2D5108}"/>
              </a:ext>
            </a:extLst>
          </p:cNvPr>
          <p:cNvSpPr txBox="1"/>
          <p:nvPr/>
        </p:nvSpPr>
        <p:spPr>
          <a:xfrm>
            <a:off x="0" y="6272981"/>
            <a:ext cx="415389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k-SK" sz="3200" b="1" dirty="0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</a:rPr>
              <a:t>zrubová škola - exteriér</a:t>
            </a:r>
            <a:endParaRPr lang="sk-SK" sz="3200" dirty="0">
              <a:solidFill>
                <a:schemeClr val="bg1"/>
              </a:solidFill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11" name="BlokTextu 10">
            <a:extLst>
              <a:ext uri="{FF2B5EF4-FFF2-40B4-BE49-F238E27FC236}">
                <a16:creationId xmlns:a16="http://schemas.microsoft.com/office/drawing/2014/main" id="{93C3C501-7D99-4210-BC00-F849406C637C}"/>
              </a:ext>
            </a:extLst>
          </p:cNvPr>
          <p:cNvSpPr txBox="1"/>
          <p:nvPr/>
        </p:nvSpPr>
        <p:spPr>
          <a:xfrm>
            <a:off x="9367745" y="6272982"/>
            <a:ext cx="2824235" cy="584775"/>
          </a:xfrm>
          <a:prstGeom prst="rect">
            <a:avLst/>
          </a:prstGeom>
          <a:noFill/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sk-SK" sz="3200" b="1" dirty="0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</a:rPr>
              <a:t>drevená studňa</a:t>
            </a:r>
            <a:endParaRPr lang="sk-SK" sz="3200" dirty="0">
              <a:solidFill>
                <a:schemeClr val="bg1"/>
              </a:solidFill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966699842"/>
      </p:ext>
    </p:extLst>
  </p:cSld>
  <p:clrMapOvr>
    <a:masterClrMapping/>
  </p:clrMapOvr>
  <p:transition spd="slow">
    <p:cover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▷ Skanzen Vlkolínec ➔ vstupné, ubytovanie, otváracie hodiny">
            <a:extLst>
              <a:ext uri="{FF2B5EF4-FFF2-40B4-BE49-F238E27FC236}">
                <a16:creationId xmlns:a16="http://schemas.microsoft.com/office/drawing/2014/main" id="{0AB4AA4E-B93C-45C1-989F-EA4388D778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791"/>
          <a:stretch/>
        </p:blipFill>
        <p:spPr bwMode="auto">
          <a:xfrm>
            <a:off x="20" y="1"/>
            <a:ext cx="12191980" cy="6857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Nadpis 1">
            <a:extLst>
              <a:ext uri="{FF2B5EF4-FFF2-40B4-BE49-F238E27FC236}">
                <a16:creationId xmlns:a16="http://schemas.microsoft.com/office/drawing/2014/main" id="{32621487-0454-45A3-8771-0482D023F2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5200" y="2692400"/>
            <a:ext cx="10261600" cy="147320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8000" b="1" dirty="0" err="1">
                <a:ln w="22225">
                  <a:solidFill>
                    <a:schemeClr val="tx1"/>
                  </a:solidFill>
                  <a:miter lim="800000"/>
                </a:ln>
                <a:noFill/>
                <a:latin typeface="Abadi" panose="020B0604020202020204" pitchFamily="34" charset="0"/>
              </a:rPr>
              <a:t>Ďakujem</a:t>
            </a:r>
            <a:r>
              <a:rPr lang="en-US" sz="8000" b="1" dirty="0">
                <a:ln w="22225">
                  <a:solidFill>
                    <a:schemeClr val="tx1"/>
                  </a:solidFill>
                  <a:miter lim="800000"/>
                </a:ln>
                <a:noFill/>
                <a:latin typeface="Abadi" panose="020B0604020202020204" pitchFamily="34" charset="0"/>
              </a:rPr>
              <a:t> za </a:t>
            </a:r>
            <a:r>
              <a:rPr lang="en-US" sz="8000" b="1" dirty="0" err="1">
                <a:ln w="22225">
                  <a:solidFill>
                    <a:schemeClr val="tx1"/>
                  </a:solidFill>
                  <a:miter lim="800000"/>
                </a:ln>
                <a:noFill/>
                <a:latin typeface="Abadi" panose="020B0604020202020204" pitchFamily="34" charset="0"/>
              </a:rPr>
              <a:t>pozornosť</a:t>
            </a:r>
            <a:endParaRPr lang="en-US" sz="8000" b="1" dirty="0">
              <a:ln w="22225">
                <a:solidFill>
                  <a:schemeClr val="tx1"/>
                </a:solidFill>
                <a:miter lim="800000"/>
              </a:ln>
              <a:noFill/>
              <a:latin typeface="Abadi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441085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drape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Motív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176</Words>
  <Application>Microsoft Office PowerPoint</Application>
  <PresentationFormat>Širokouhlá</PresentationFormat>
  <Paragraphs>31</Paragraphs>
  <Slides>7</Slides>
  <Notes>0</Notes>
  <HiddenSlides>0</HiddenSlides>
  <MMClips>0</MMClips>
  <ScaleCrop>false</ScaleCrop>
  <HeadingPairs>
    <vt:vector size="6" baseType="variant">
      <vt:variant>
        <vt:lpstr>Použité písma</vt:lpstr>
      </vt:variant>
      <vt:variant>
        <vt:i4>4</vt:i4>
      </vt:variant>
      <vt:variant>
        <vt:lpstr>Motív</vt:lpstr>
      </vt:variant>
      <vt:variant>
        <vt:i4>1</vt:i4>
      </vt:variant>
      <vt:variant>
        <vt:lpstr>Nadpisy snímok</vt:lpstr>
      </vt:variant>
      <vt:variant>
        <vt:i4>7</vt:i4>
      </vt:variant>
    </vt:vector>
  </HeadingPairs>
  <TitlesOfParts>
    <vt:vector size="12" baseType="lpstr">
      <vt:lpstr>Abadi</vt:lpstr>
      <vt:lpstr>Arial</vt:lpstr>
      <vt:lpstr>Calibri</vt:lpstr>
      <vt:lpstr>Calibri Light</vt:lpstr>
      <vt:lpstr>Motív Office</vt:lpstr>
      <vt:lpstr>Vlkolínec</vt:lpstr>
      <vt:lpstr>Úvod</vt:lpstr>
      <vt:lpstr>Geografická poloha</vt:lpstr>
      <vt:lpstr>História</vt:lpstr>
      <vt:lpstr>Ľudová architektúra</vt:lpstr>
      <vt:lpstr>Prezentácia programu PowerPoint</vt:lpstr>
      <vt:lpstr>Ďakujem za pozornosť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Vlkolínec</dc:title>
  <dc:creator>Beata Brozmanova</dc:creator>
  <cp:lastModifiedBy>Beata Brozmanova</cp:lastModifiedBy>
  <cp:revision>3</cp:revision>
  <dcterms:created xsi:type="dcterms:W3CDTF">2025-05-06T09:41:44Z</dcterms:created>
  <dcterms:modified xsi:type="dcterms:W3CDTF">2025-05-06T09:52:52Z</dcterms:modified>
</cp:coreProperties>
</file>